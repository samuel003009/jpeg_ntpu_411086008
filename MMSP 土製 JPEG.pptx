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9DE1AA-88CD-4F6E-AA96-99BF6586B846}" v="280" dt="2024-01-07T15:39:30.09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棋翔 章" userId="17762a0649f409f5" providerId="LiveId" clId="{D39DE1AA-88CD-4F6E-AA96-99BF6586B846}"/>
    <pc:docChg chg="undo custSel modSld">
      <pc:chgData name="棋翔 章" userId="17762a0649f409f5" providerId="LiveId" clId="{D39DE1AA-88CD-4F6E-AA96-99BF6586B846}" dt="2024-01-07T15:39:30.092" v="2498"/>
      <pc:docMkLst>
        <pc:docMk/>
      </pc:docMkLst>
      <pc:sldChg chg="addSp modSp mod setBg addAnim">
        <pc:chgData name="棋翔 章" userId="17762a0649f409f5" providerId="LiveId" clId="{D39DE1AA-88CD-4F6E-AA96-99BF6586B846}" dt="2024-01-07T14:36:17.245" v="74"/>
        <pc:sldMkLst>
          <pc:docMk/>
          <pc:sldMk cId="2716675010" sldId="256"/>
        </pc:sldMkLst>
        <pc:spChg chg="mod">
          <ac:chgData name="棋翔 章" userId="17762a0649f409f5" providerId="LiveId" clId="{D39DE1AA-88CD-4F6E-AA96-99BF6586B846}" dt="2024-01-07T14:36:17.239" v="72" actId="26606"/>
          <ac:spMkLst>
            <pc:docMk/>
            <pc:sldMk cId="2716675010" sldId="256"/>
            <ac:spMk id="2" creationId="{04A56AE0-08B0-8670-B187-48E3CBA2AF9C}"/>
          </ac:spMkLst>
        </pc:spChg>
        <pc:spChg chg="mod">
          <ac:chgData name="棋翔 章" userId="17762a0649f409f5" providerId="LiveId" clId="{D39DE1AA-88CD-4F6E-AA96-99BF6586B846}" dt="2024-01-07T14:36:17.239" v="72" actId="26606"/>
          <ac:spMkLst>
            <pc:docMk/>
            <pc:sldMk cId="2716675010" sldId="256"/>
            <ac:spMk id="3" creationId="{941D8E0C-3BAA-8E09-96A9-CF625EE82027}"/>
          </ac:spMkLst>
        </pc:spChg>
        <pc:spChg chg="add">
          <ac:chgData name="棋翔 章" userId="17762a0649f409f5" providerId="LiveId" clId="{D39DE1AA-88CD-4F6E-AA96-99BF6586B846}" dt="2024-01-07T14:36:17.239" v="72" actId="26606"/>
          <ac:spMkLst>
            <pc:docMk/>
            <pc:sldMk cId="2716675010" sldId="256"/>
            <ac:spMk id="9" creationId="{F7726A94-1EF0-4D91-B7BF-C033E3D6E51B}"/>
          </ac:spMkLst>
        </pc:spChg>
        <pc:spChg chg="add">
          <ac:chgData name="棋翔 章" userId="17762a0649f409f5" providerId="LiveId" clId="{D39DE1AA-88CD-4F6E-AA96-99BF6586B846}" dt="2024-01-07T14:36:17.239" v="72" actId="26606"/>
          <ac:spMkLst>
            <pc:docMk/>
            <pc:sldMk cId="2716675010" sldId="256"/>
            <ac:spMk id="13" creationId="{24FB4153-1E3E-4AE9-8306-E8C292894B04}"/>
          </ac:spMkLst>
        </pc:spChg>
        <pc:picChg chg="add">
          <ac:chgData name="棋翔 章" userId="17762a0649f409f5" providerId="LiveId" clId="{D39DE1AA-88CD-4F6E-AA96-99BF6586B846}" dt="2024-01-07T14:36:17.239" v="72" actId="26606"/>
          <ac:picMkLst>
            <pc:docMk/>
            <pc:sldMk cId="2716675010" sldId="256"/>
            <ac:picMk id="5" creationId="{6C575B8A-C526-D9D5-84DE-09AD059C8746}"/>
          </ac:picMkLst>
        </pc:picChg>
        <pc:cxnChg chg="add">
          <ac:chgData name="棋翔 章" userId="17762a0649f409f5" providerId="LiveId" clId="{D39DE1AA-88CD-4F6E-AA96-99BF6586B846}" dt="2024-01-07T14:36:17.239" v="72" actId="26606"/>
          <ac:cxnSpMkLst>
            <pc:docMk/>
            <pc:sldMk cId="2716675010" sldId="256"/>
            <ac:cxnSpMk id="11" creationId="{98F0650C-11DF-45E6-8EC2-E3B298F0D80A}"/>
          </ac:cxnSpMkLst>
        </pc:cxnChg>
      </pc:sldChg>
      <pc:sldChg chg="addSp delSp modSp mod">
        <pc:chgData name="棋翔 章" userId="17762a0649f409f5" providerId="LiveId" clId="{D39DE1AA-88CD-4F6E-AA96-99BF6586B846}" dt="2024-01-07T15:20:57.431" v="1385" actId="14100"/>
        <pc:sldMkLst>
          <pc:docMk/>
          <pc:sldMk cId="571871313" sldId="257"/>
        </pc:sldMkLst>
        <pc:spChg chg="del">
          <ac:chgData name="棋翔 章" userId="17762a0649f409f5" providerId="LiveId" clId="{D39DE1AA-88CD-4F6E-AA96-99BF6586B846}" dt="2024-01-07T14:33:09.779" v="0" actId="478"/>
          <ac:spMkLst>
            <pc:docMk/>
            <pc:sldMk cId="571871313" sldId="257"/>
            <ac:spMk id="2" creationId="{ACD58715-2036-85FF-6260-841E2523D0C6}"/>
          </ac:spMkLst>
        </pc:spChg>
        <pc:spChg chg="del">
          <ac:chgData name="棋翔 章" userId="17762a0649f409f5" providerId="LiveId" clId="{D39DE1AA-88CD-4F6E-AA96-99BF6586B846}" dt="2024-01-07T14:33:13.670" v="1" actId="478"/>
          <ac:spMkLst>
            <pc:docMk/>
            <pc:sldMk cId="571871313" sldId="257"/>
            <ac:spMk id="3" creationId="{789EAFD3-3BC5-E43C-D093-FC899B354EDB}"/>
          </ac:spMkLst>
        </pc:spChg>
        <pc:spChg chg="add del mod">
          <ac:chgData name="棋翔 章" userId="17762a0649f409f5" providerId="LiveId" clId="{D39DE1AA-88CD-4F6E-AA96-99BF6586B846}" dt="2024-01-07T14:51:22.226" v="436" actId="21"/>
          <ac:spMkLst>
            <pc:docMk/>
            <pc:sldMk cId="571871313" sldId="257"/>
            <ac:spMk id="4" creationId="{F4EE0A93-58B3-4AF9-8A1D-C305F38D4A84}"/>
          </ac:spMkLst>
        </pc:spChg>
        <pc:spChg chg="add del">
          <ac:chgData name="棋翔 章" userId="17762a0649f409f5" providerId="LiveId" clId="{D39DE1AA-88CD-4F6E-AA96-99BF6586B846}" dt="2024-01-07T14:33:33.905" v="4" actId="11529"/>
          <ac:spMkLst>
            <pc:docMk/>
            <pc:sldMk cId="571871313" sldId="257"/>
            <ac:spMk id="5" creationId="{F30F694F-7B20-4875-1101-43C6EC12829E}"/>
          </ac:spMkLst>
        </pc:spChg>
        <pc:spChg chg="add del mod">
          <ac:chgData name="棋翔 章" userId="17762a0649f409f5" providerId="LiveId" clId="{D39DE1AA-88CD-4F6E-AA96-99BF6586B846}" dt="2024-01-07T14:35:12.882" v="60" actId="11529"/>
          <ac:spMkLst>
            <pc:docMk/>
            <pc:sldMk cId="571871313" sldId="257"/>
            <ac:spMk id="6" creationId="{92BE739E-2932-B53A-D150-0D9A254C60FA}"/>
          </ac:spMkLst>
        </pc:spChg>
        <pc:spChg chg="add del">
          <ac:chgData name="棋翔 章" userId="17762a0649f409f5" providerId="LiveId" clId="{D39DE1AA-88CD-4F6E-AA96-99BF6586B846}" dt="2024-01-07T14:35:07.418" v="50" actId="11529"/>
          <ac:spMkLst>
            <pc:docMk/>
            <pc:sldMk cId="571871313" sldId="257"/>
            <ac:spMk id="7" creationId="{44A7D93B-B571-0650-0B10-545BA7A27288}"/>
          </ac:spMkLst>
        </pc:spChg>
        <pc:spChg chg="add del mod">
          <ac:chgData name="棋翔 章" userId="17762a0649f409f5" providerId="LiveId" clId="{D39DE1AA-88CD-4F6E-AA96-99BF6586B846}" dt="2024-01-07T14:35:06.739" v="49" actId="11529"/>
          <ac:spMkLst>
            <pc:docMk/>
            <pc:sldMk cId="571871313" sldId="257"/>
            <ac:spMk id="8" creationId="{517F9957-5207-3FB3-5223-063FF489A330}"/>
          </ac:spMkLst>
        </pc:spChg>
        <pc:spChg chg="add del mod">
          <ac:chgData name="棋翔 章" userId="17762a0649f409f5" providerId="LiveId" clId="{D39DE1AA-88CD-4F6E-AA96-99BF6586B846}" dt="2024-01-07T14:35:31.773" v="70"/>
          <ac:spMkLst>
            <pc:docMk/>
            <pc:sldMk cId="571871313" sldId="257"/>
            <ac:spMk id="9" creationId="{D4312361-3B40-9920-9F50-4E687E955BA2}"/>
          </ac:spMkLst>
        </pc:spChg>
        <pc:spChg chg="add del mod">
          <ac:chgData name="棋翔 章" userId="17762a0649f409f5" providerId="LiveId" clId="{D39DE1AA-88CD-4F6E-AA96-99BF6586B846}" dt="2024-01-07T14:35:30.593" v="68"/>
          <ac:spMkLst>
            <pc:docMk/>
            <pc:sldMk cId="571871313" sldId="257"/>
            <ac:spMk id="10" creationId="{7CD157C7-156C-905D-CEAD-3F3F99B59930}"/>
          </ac:spMkLst>
        </pc:spChg>
        <pc:spChg chg="add del mod">
          <ac:chgData name="棋翔 章" userId="17762a0649f409f5" providerId="LiveId" clId="{D39DE1AA-88CD-4F6E-AA96-99BF6586B846}" dt="2024-01-07T14:35:29.601" v="66"/>
          <ac:spMkLst>
            <pc:docMk/>
            <pc:sldMk cId="571871313" sldId="257"/>
            <ac:spMk id="11" creationId="{DC27243F-ED85-8A56-79D3-7E9584E09E50}"/>
          </ac:spMkLst>
        </pc:spChg>
        <pc:spChg chg="add del mod">
          <ac:chgData name="棋翔 章" userId="17762a0649f409f5" providerId="LiveId" clId="{D39DE1AA-88CD-4F6E-AA96-99BF6586B846}" dt="2024-01-07T14:37:53.381" v="114" actId="478"/>
          <ac:spMkLst>
            <pc:docMk/>
            <pc:sldMk cId="571871313" sldId="257"/>
            <ac:spMk id="12" creationId="{8F934422-9739-68B0-06C1-D8D51DD98932}"/>
          </ac:spMkLst>
        </pc:spChg>
        <pc:spChg chg="add mod">
          <ac:chgData name="棋翔 章" userId="17762a0649f409f5" providerId="LiveId" clId="{D39DE1AA-88CD-4F6E-AA96-99BF6586B846}" dt="2024-01-07T14:44:23.564" v="317" actId="1076"/>
          <ac:spMkLst>
            <pc:docMk/>
            <pc:sldMk cId="571871313" sldId="257"/>
            <ac:spMk id="13" creationId="{241B643E-66B2-34F6-E459-F42D4890C86F}"/>
          </ac:spMkLst>
        </pc:spChg>
        <pc:spChg chg="add del mod">
          <ac:chgData name="棋翔 章" userId="17762a0649f409f5" providerId="LiveId" clId="{D39DE1AA-88CD-4F6E-AA96-99BF6586B846}" dt="2024-01-07T14:37:52.716" v="113" actId="478"/>
          <ac:spMkLst>
            <pc:docMk/>
            <pc:sldMk cId="571871313" sldId="257"/>
            <ac:spMk id="14" creationId="{46CBEB2E-DA1A-117D-B097-2F6E29469EB3}"/>
          </ac:spMkLst>
        </pc:spChg>
        <pc:spChg chg="add del mod">
          <ac:chgData name="棋翔 章" userId="17762a0649f409f5" providerId="LiveId" clId="{D39DE1AA-88CD-4F6E-AA96-99BF6586B846}" dt="2024-01-07T14:38:27.506" v="120"/>
          <ac:spMkLst>
            <pc:docMk/>
            <pc:sldMk cId="571871313" sldId="257"/>
            <ac:spMk id="15" creationId="{130C0B04-BE0D-EC3F-E914-22DB5BC5A0F5}"/>
          </ac:spMkLst>
        </pc:spChg>
        <pc:spChg chg="add del mod">
          <ac:chgData name="棋翔 章" userId="17762a0649f409f5" providerId="LiveId" clId="{D39DE1AA-88CD-4F6E-AA96-99BF6586B846}" dt="2024-01-07T14:38:51.978" v="130"/>
          <ac:spMkLst>
            <pc:docMk/>
            <pc:sldMk cId="571871313" sldId="257"/>
            <ac:spMk id="16" creationId="{DEB3BF55-CC93-150A-4414-64234DFC2ABE}"/>
          </ac:spMkLst>
        </pc:spChg>
        <pc:spChg chg="add del mod">
          <ac:chgData name="棋翔 章" userId="17762a0649f409f5" providerId="LiveId" clId="{D39DE1AA-88CD-4F6E-AA96-99BF6586B846}" dt="2024-01-07T14:38:50.815" v="128"/>
          <ac:spMkLst>
            <pc:docMk/>
            <pc:sldMk cId="571871313" sldId="257"/>
            <ac:spMk id="17" creationId="{FAB5269A-6DE3-364E-F2BA-E474B5476AEF}"/>
          </ac:spMkLst>
        </pc:spChg>
        <pc:spChg chg="add del mod">
          <ac:chgData name="棋翔 章" userId="17762a0649f409f5" providerId="LiveId" clId="{D39DE1AA-88CD-4F6E-AA96-99BF6586B846}" dt="2024-01-07T14:51:22.226" v="436" actId="21"/>
          <ac:spMkLst>
            <pc:docMk/>
            <pc:sldMk cId="571871313" sldId="257"/>
            <ac:spMk id="18" creationId="{C306F035-71EC-432D-7F67-63AD2C680631}"/>
          </ac:spMkLst>
        </pc:spChg>
        <pc:spChg chg="add del mod">
          <ac:chgData name="棋翔 章" userId="17762a0649f409f5" providerId="LiveId" clId="{D39DE1AA-88CD-4F6E-AA96-99BF6586B846}" dt="2024-01-07T14:51:22.226" v="436" actId="21"/>
          <ac:spMkLst>
            <pc:docMk/>
            <pc:sldMk cId="571871313" sldId="257"/>
            <ac:spMk id="19" creationId="{E64DA0EF-5D6B-056F-4C32-3F55E9690A8C}"/>
          </ac:spMkLst>
        </pc:spChg>
        <pc:spChg chg="add del mod">
          <ac:chgData name="棋翔 章" userId="17762a0649f409f5" providerId="LiveId" clId="{D39DE1AA-88CD-4F6E-AA96-99BF6586B846}" dt="2024-01-07T14:41:48.865" v="207" actId="478"/>
          <ac:spMkLst>
            <pc:docMk/>
            <pc:sldMk cId="571871313" sldId="257"/>
            <ac:spMk id="20" creationId="{0C682226-5959-1205-3D74-B0C7D6D906CE}"/>
          </ac:spMkLst>
        </pc:spChg>
        <pc:spChg chg="add del mod">
          <ac:chgData name="棋翔 章" userId="17762a0649f409f5" providerId="LiveId" clId="{D39DE1AA-88CD-4F6E-AA96-99BF6586B846}" dt="2024-01-07T14:41:46.631" v="205" actId="478"/>
          <ac:spMkLst>
            <pc:docMk/>
            <pc:sldMk cId="571871313" sldId="257"/>
            <ac:spMk id="21" creationId="{90906466-3839-E2DC-8191-3AB2D8B056C9}"/>
          </ac:spMkLst>
        </pc:spChg>
        <pc:spChg chg="add del mod">
          <ac:chgData name="棋翔 章" userId="17762a0649f409f5" providerId="LiveId" clId="{D39DE1AA-88CD-4F6E-AA96-99BF6586B846}" dt="2024-01-07T14:41:45.922" v="204" actId="478"/>
          <ac:spMkLst>
            <pc:docMk/>
            <pc:sldMk cId="571871313" sldId="257"/>
            <ac:spMk id="22" creationId="{8051FD04-5C81-FA65-4AE0-B628C64D172E}"/>
          </ac:spMkLst>
        </pc:spChg>
        <pc:spChg chg="add del mod">
          <ac:chgData name="棋翔 章" userId="17762a0649f409f5" providerId="LiveId" clId="{D39DE1AA-88CD-4F6E-AA96-99BF6586B846}" dt="2024-01-07T14:51:22.226" v="436" actId="21"/>
          <ac:spMkLst>
            <pc:docMk/>
            <pc:sldMk cId="571871313" sldId="257"/>
            <ac:spMk id="23" creationId="{CB81A033-8A9D-9D61-37B3-0E4443920BD5}"/>
          </ac:spMkLst>
        </pc:spChg>
        <pc:spChg chg="add del mod">
          <ac:chgData name="棋翔 章" userId="17762a0649f409f5" providerId="LiveId" clId="{D39DE1AA-88CD-4F6E-AA96-99BF6586B846}" dt="2024-01-07T14:51:22.226" v="436" actId="21"/>
          <ac:spMkLst>
            <pc:docMk/>
            <pc:sldMk cId="571871313" sldId="257"/>
            <ac:spMk id="24" creationId="{F620DE2F-0B8B-2445-BC67-025DAA2C5B9E}"/>
          </ac:spMkLst>
        </pc:spChg>
        <pc:spChg chg="add del mod">
          <ac:chgData name="棋翔 章" userId="17762a0649f409f5" providerId="LiveId" clId="{D39DE1AA-88CD-4F6E-AA96-99BF6586B846}" dt="2024-01-07T14:51:22.226" v="436" actId="21"/>
          <ac:spMkLst>
            <pc:docMk/>
            <pc:sldMk cId="571871313" sldId="257"/>
            <ac:spMk id="25" creationId="{3AD4A9C2-B30C-F8AC-C128-9D5BB47EBAE9}"/>
          </ac:spMkLst>
        </pc:spChg>
        <pc:spChg chg="add mod">
          <ac:chgData name="棋翔 章" userId="17762a0649f409f5" providerId="LiveId" clId="{D39DE1AA-88CD-4F6E-AA96-99BF6586B846}" dt="2024-01-07T14:56:51.713" v="502" actId="13822"/>
          <ac:spMkLst>
            <pc:docMk/>
            <pc:sldMk cId="571871313" sldId="257"/>
            <ac:spMk id="36" creationId="{4F16F3E3-833A-147B-6D1C-657223E4ABF1}"/>
          </ac:spMkLst>
        </pc:spChg>
        <pc:spChg chg="add mod">
          <ac:chgData name="棋翔 章" userId="17762a0649f409f5" providerId="LiveId" clId="{D39DE1AA-88CD-4F6E-AA96-99BF6586B846}" dt="2024-01-07T14:56:51.713" v="502" actId="13822"/>
          <ac:spMkLst>
            <pc:docMk/>
            <pc:sldMk cId="571871313" sldId="257"/>
            <ac:spMk id="37" creationId="{076B1256-D224-2C4C-0CA0-EA4D3831E416}"/>
          </ac:spMkLst>
        </pc:spChg>
        <pc:spChg chg="add mod">
          <ac:chgData name="棋翔 章" userId="17762a0649f409f5" providerId="LiveId" clId="{D39DE1AA-88CD-4F6E-AA96-99BF6586B846}" dt="2024-01-07T14:56:51.713" v="502" actId="13822"/>
          <ac:spMkLst>
            <pc:docMk/>
            <pc:sldMk cId="571871313" sldId="257"/>
            <ac:spMk id="38" creationId="{FB66A296-39AD-871C-3EC7-A3D9D58C1A27}"/>
          </ac:spMkLst>
        </pc:spChg>
        <pc:spChg chg="add del mod">
          <ac:chgData name="棋翔 章" userId="17762a0649f409f5" providerId="LiveId" clId="{D39DE1AA-88CD-4F6E-AA96-99BF6586B846}" dt="2024-01-07T14:45:17.208" v="353"/>
          <ac:spMkLst>
            <pc:docMk/>
            <pc:sldMk cId="571871313" sldId="257"/>
            <ac:spMk id="39" creationId="{904CFA3E-7571-7DFA-D2C9-2119C7343572}"/>
          </ac:spMkLst>
        </pc:spChg>
        <pc:spChg chg="add del mod">
          <ac:chgData name="棋翔 章" userId="17762a0649f409f5" providerId="LiveId" clId="{D39DE1AA-88CD-4F6E-AA96-99BF6586B846}" dt="2024-01-07T14:52:08.362" v="440" actId="21"/>
          <ac:spMkLst>
            <pc:docMk/>
            <pc:sldMk cId="571871313" sldId="257"/>
            <ac:spMk id="40" creationId="{30B8092A-0159-4A05-EE5B-559B4258778C}"/>
          </ac:spMkLst>
        </pc:spChg>
        <pc:spChg chg="add del mod">
          <ac:chgData name="棋翔 章" userId="17762a0649f409f5" providerId="LiveId" clId="{D39DE1AA-88CD-4F6E-AA96-99BF6586B846}" dt="2024-01-07T14:52:08.362" v="440" actId="21"/>
          <ac:spMkLst>
            <pc:docMk/>
            <pc:sldMk cId="571871313" sldId="257"/>
            <ac:spMk id="41" creationId="{6155395C-CFBC-10D1-1FA3-111D17C19DE6}"/>
          </ac:spMkLst>
        </pc:spChg>
        <pc:spChg chg="add del mod">
          <ac:chgData name="棋翔 章" userId="17762a0649f409f5" providerId="LiveId" clId="{D39DE1AA-88CD-4F6E-AA96-99BF6586B846}" dt="2024-01-07T14:52:08.362" v="440" actId="21"/>
          <ac:spMkLst>
            <pc:docMk/>
            <pc:sldMk cId="571871313" sldId="257"/>
            <ac:spMk id="42" creationId="{C1FEA22D-EB27-456C-C328-23C530143167}"/>
          </ac:spMkLst>
        </pc:spChg>
        <pc:spChg chg="add del mod">
          <ac:chgData name="棋翔 章" userId="17762a0649f409f5" providerId="LiveId" clId="{D39DE1AA-88CD-4F6E-AA96-99BF6586B846}" dt="2024-01-07T14:52:08.362" v="440" actId="21"/>
          <ac:spMkLst>
            <pc:docMk/>
            <pc:sldMk cId="571871313" sldId="257"/>
            <ac:spMk id="43" creationId="{94239DF8-0304-9285-9194-6B8BABFFCB21}"/>
          </ac:spMkLst>
        </pc:spChg>
        <pc:spChg chg="add del mod">
          <ac:chgData name="棋翔 章" userId="17762a0649f409f5" providerId="LiveId" clId="{D39DE1AA-88CD-4F6E-AA96-99BF6586B846}" dt="2024-01-07T14:52:08.362" v="440" actId="21"/>
          <ac:spMkLst>
            <pc:docMk/>
            <pc:sldMk cId="571871313" sldId="257"/>
            <ac:spMk id="54" creationId="{540AF317-1007-A9ED-A3FD-23D592CF88E6}"/>
          </ac:spMkLst>
        </pc:spChg>
        <pc:spChg chg="add del mod">
          <ac:chgData name="棋翔 章" userId="17762a0649f409f5" providerId="LiveId" clId="{D39DE1AA-88CD-4F6E-AA96-99BF6586B846}" dt="2024-01-07T14:52:08.362" v="440" actId="21"/>
          <ac:spMkLst>
            <pc:docMk/>
            <pc:sldMk cId="571871313" sldId="257"/>
            <ac:spMk id="55" creationId="{FFD2DB6C-0308-55D8-65FC-8DDC617D9B07}"/>
          </ac:spMkLst>
        </pc:spChg>
        <pc:spChg chg="add mod">
          <ac:chgData name="棋翔 章" userId="17762a0649f409f5" providerId="LiveId" clId="{D39DE1AA-88CD-4F6E-AA96-99BF6586B846}" dt="2024-01-07T14:51:29.829" v="438" actId="1076"/>
          <ac:spMkLst>
            <pc:docMk/>
            <pc:sldMk cId="571871313" sldId="257"/>
            <ac:spMk id="69" creationId="{570483CA-7D15-E516-D370-D140D9373746}"/>
          </ac:spMkLst>
        </pc:spChg>
        <pc:spChg chg="add mod">
          <ac:chgData name="棋翔 章" userId="17762a0649f409f5" providerId="LiveId" clId="{D39DE1AA-88CD-4F6E-AA96-99BF6586B846}" dt="2024-01-07T14:51:29.829" v="438" actId="1076"/>
          <ac:spMkLst>
            <pc:docMk/>
            <pc:sldMk cId="571871313" sldId="257"/>
            <ac:spMk id="70" creationId="{6D259156-DF40-ACF7-5AEA-EF93C771F082}"/>
          </ac:spMkLst>
        </pc:spChg>
        <pc:spChg chg="add mod">
          <ac:chgData name="棋翔 章" userId="17762a0649f409f5" providerId="LiveId" clId="{D39DE1AA-88CD-4F6E-AA96-99BF6586B846}" dt="2024-01-07T14:51:29.829" v="438" actId="1076"/>
          <ac:spMkLst>
            <pc:docMk/>
            <pc:sldMk cId="571871313" sldId="257"/>
            <ac:spMk id="71" creationId="{291A3D71-039D-F86A-B3F2-98395189AF5B}"/>
          </ac:spMkLst>
        </pc:spChg>
        <pc:spChg chg="add mod">
          <ac:chgData name="棋翔 章" userId="17762a0649f409f5" providerId="LiveId" clId="{D39DE1AA-88CD-4F6E-AA96-99BF6586B846}" dt="2024-01-07T14:51:29.829" v="438" actId="1076"/>
          <ac:spMkLst>
            <pc:docMk/>
            <pc:sldMk cId="571871313" sldId="257"/>
            <ac:spMk id="72" creationId="{A08A9B68-B4EB-FF8B-E0EF-904383B10D6B}"/>
          </ac:spMkLst>
        </pc:spChg>
        <pc:spChg chg="add mod">
          <ac:chgData name="棋翔 章" userId="17762a0649f409f5" providerId="LiveId" clId="{D39DE1AA-88CD-4F6E-AA96-99BF6586B846}" dt="2024-01-07T14:51:29.829" v="438" actId="1076"/>
          <ac:spMkLst>
            <pc:docMk/>
            <pc:sldMk cId="571871313" sldId="257"/>
            <ac:spMk id="73" creationId="{EAF2D8AC-86AC-7F64-78CB-CD3F08C7E367}"/>
          </ac:spMkLst>
        </pc:spChg>
        <pc:spChg chg="add mod">
          <ac:chgData name="棋翔 章" userId="17762a0649f409f5" providerId="LiveId" clId="{D39DE1AA-88CD-4F6E-AA96-99BF6586B846}" dt="2024-01-07T14:51:29.829" v="438" actId="1076"/>
          <ac:spMkLst>
            <pc:docMk/>
            <pc:sldMk cId="571871313" sldId="257"/>
            <ac:spMk id="74" creationId="{A17D0146-F616-4F40-4FA9-C9CD4959384F}"/>
          </ac:spMkLst>
        </pc:spChg>
        <pc:spChg chg="add mod">
          <ac:chgData name="棋翔 章" userId="17762a0649f409f5" providerId="LiveId" clId="{D39DE1AA-88CD-4F6E-AA96-99BF6586B846}" dt="2024-01-07T14:57:04.130" v="505" actId="13822"/>
          <ac:spMkLst>
            <pc:docMk/>
            <pc:sldMk cId="571871313" sldId="257"/>
            <ac:spMk id="80" creationId="{A0903DD7-B615-3BBB-436D-0FA5A828AC70}"/>
          </ac:spMkLst>
        </pc:spChg>
        <pc:spChg chg="add mod">
          <ac:chgData name="棋翔 章" userId="17762a0649f409f5" providerId="LiveId" clId="{D39DE1AA-88CD-4F6E-AA96-99BF6586B846}" dt="2024-01-07T14:57:04.130" v="505" actId="13822"/>
          <ac:spMkLst>
            <pc:docMk/>
            <pc:sldMk cId="571871313" sldId="257"/>
            <ac:spMk id="81" creationId="{F6D83746-060E-71BF-5962-ED1FAC161C2A}"/>
          </ac:spMkLst>
        </pc:spChg>
        <pc:spChg chg="add mod">
          <ac:chgData name="棋翔 章" userId="17762a0649f409f5" providerId="LiveId" clId="{D39DE1AA-88CD-4F6E-AA96-99BF6586B846}" dt="2024-01-07T14:57:04.130" v="505" actId="13822"/>
          <ac:spMkLst>
            <pc:docMk/>
            <pc:sldMk cId="571871313" sldId="257"/>
            <ac:spMk id="82" creationId="{2AC93A83-E757-7409-E84B-80F59C0C4182}"/>
          </ac:spMkLst>
        </pc:spChg>
        <pc:spChg chg="add mod">
          <ac:chgData name="棋翔 章" userId="17762a0649f409f5" providerId="LiveId" clId="{D39DE1AA-88CD-4F6E-AA96-99BF6586B846}" dt="2024-01-07T14:57:04.130" v="505" actId="13822"/>
          <ac:spMkLst>
            <pc:docMk/>
            <pc:sldMk cId="571871313" sldId="257"/>
            <ac:spMk id="83" creationId="{336FC0A5-1438-DA8A-A2F0-69F1E6434535}"/>
          </ac:spMkLst>
        </pc:spChg>
        <pc:spChg chg="add mod">
          <ac:chgData name="棋翔 章" userId="17762a0649f409f5" providerId="LiveId" clId="{D39DE1AA-88CD-4F6E-AA96-99BF6586B846}" dt="2024-01-07T15:17:58.115" v="1351" actId="13822"/>
          <ac:spMkLst>
            <pc:docMk/>
            <pc:sldMk cId="571871313" sldId="257"/>
            <ac:spMk id="87" creationId="{310B599A-FA24-0E79-483B-827047982A31}"/>
          </ac:spMkLst>
        </pc:spChg>
        <pc:spChg chg="add mod">
          <ac:chgData name="棋翔 章" userId="17762a0649f409f5" providerId="LiveId" clId="{D39DE1AA-88CD-4F6E-AA96-99BF6586B846}" dt="2024-01-07T15:18:00.913" v="1352" actId="13822"/>
          <ac:spMkLst>
            <pc:docMk/>
            <pc:sldMk cId="571871313" sldId="257"/>
            <ac:spMk id="88" creationId="{43ADBB15-A2FF-19DB-0E97-7ECA10B6E85B}"/>
          </ac:spMkLst>
        </pc:spChg>
        <pc:spChg chg="add mod">
          <ac:chgData name="棋翔 章" userId="17762a0649f409f5" providerId="LiveId" clId="{D39DE1AA-88CD-4F6E-AA96-99BF6586B846}" dt="2024-01-07T14:56:51.713" v="502" actId="13822"/>
          <ac:spMkLst>
            <pc:docMk/>
            <pc:sldMk cId="571871313" sldId="257"/>
            <ac:spMk id="91" creationId="{B62256A0-3481-6AAF-9CE0-FB5F08D06F21}"/>
          </ac:spMkLst>
        </pc:spChg>
        <pc:spChg chg="add mod">
          <ac:chgData name="棋翔 章" userId="17762a0649f409f5" providerId="LiveId" clId="{D39DE1AA-88CD-4F6E-AA96-99BF6586B846}" dt="2024-01-07T14:56:51.713" v="502" actId="13822"/>
          <ac:spMkLst>
            <pc:docMk/>
            <pc:sldMk cId="571871313" sldId="257"/>
            <ac:spMk id="92" creationId="{ECC4F91C-E583-7E14-06EA-F13926F1B925}"/>
          </ac:spMkLst>
        </pc:spChg>
        <pc:spChg chg="add del">
          <ac:chgData name="棋翔 章" userId="17762a0649f409f5" providerId="LiveId" clId="{D39DE1AA-88CD-4F6E-AA96-99BF6586B846}" dt="2024-01-07T14:53:51.380" v="473" actId="22"/>
          <ac:spMkLst>
            <pc:docMk/>
            <pc:sldMk cId="571871313" sldId="257"/>
            <ac:spMk id="94" creationId="{5D1CF96E-02E2-BE91-0C1F-C232743623D3}"/>
          </ac:spMkLst>
        </pc:spChg>
        <pc:spChg chg="add mod">
          <ac:chgData name="棋翔 章" userId="17762a0649f409f5" providerId="LiveId" clId="{D39DE1AA-88CD-4F6E-AA96-99BF6586B846}" dt="2024-01-07T14:56:51.713" v="502" actId="13822"/>
          <ac:spMkLst>
            <pc:docMk/>
            <pc:sldMk cId="571871313" sldId="257"/>
            <ac:spMk id="95" creationId="{950B0F90-A119-C43C-D8A1-AD0FFC9133A1}"/>
          </ac:spMkLst>
        </pc:spChg>
        <pc:spChg chg="add del mod">
          <ac:chgData name="棋翔 章" userId="17762a0649f409f5" providerId="LiveId" clId="{D39DE1AA-88CD-4F6E-AA96-99BF6586B846}" dt="2024-01-07T14:57:28.357" v="512"/>
          <ac:spMkLst>
            <pc:docMk/>
            <pc:sldMk cId="571871313" sldId="257"/>
            <ac:spMk id="117" creationId="{36002BD0-A5AC-F522-1E70-DAE8679BCC36}"/>
          </ac:spMkLst>
        </pc:spChg>
        <pc:spChg chg="add del mod">
          <ac:chgData name="棋翔 章" userId="17762a0649f409f5" providerId="LiveId" clId="{D39DE1AA-88CD-4F6E-AA96-99BF6586B846}" dt="2024-01-07T14:57:26.104" v="510"/>
          <ac:spMkLst>
            <pc:docMk/>
            <pc:sldMk cId="571871313" sldId="257"/>
            <ac:spMk id="118" creationId="{303B7093-818B-8F49-AD59-739F079D755B}"/>
          </ac:spMkLst>
        </pc:spChg>
        <pc:spChg chg="add mod">
          <ac:chgData name="棋翔 章" userId="17762a0649f409f5" providerId="LiveId" clId="{D39DE1AA-88CD-4F6E-AA96-99BF6586B846}" dt="2024-01-07T15:15:21.505" v="1348"/>
          <ac:spMkLst>
            <pc:docMk/>
            <pc:sldMk cId="571871313" sldId="257"/>
            <ac:spMk id="119" creationId="{44FEBA34-6E31-A4E5-702D-5757AD625B82}"/>
          </ac:spMkLst>
        </pc:spChg>
        <pc:spChg chg="add mod">
          <ac:chgData name="棋翔 章" userId="17762a0649f409f5" providerId="LiveId" clId="{D39DE1AA-88CD-4F6E-AA96-99BF6586B846}" dt="2024-01-07T15:00:11.173" v="553" actId="13822"/>
          <ac:spMkLst>
            <pc:docMk/>
            <pc:sldMk cId="571871313" sldId="257"/>
            <ac:spMk id="120" creationId="{FA291EB4-3CC3-04CE-FD84-EECAA0584F45}"/>
          </ac:spMkLst>
        </pc:spChg>
        <pc:spChg chg="add mod">
          <ac:chgData name="棋翔 章" userId="17762a0649f409f5" providerId="LiveId" clId="{D39DE1AA-88CD-4F6E-AA96-99BF6586B846}" dt="2024-01-07T15:00:11.173" v="553" actId="13822"/>
          <ac:spMkLst>
            <pc:docMk/>
            <pc:sldMk cId="571871313" sldId="257"/>
            <ac:spMk id="121" creationId="{B5DA1A64-82C9-E43F-C5C0-B52D350B82D4}"/>
          </ac:spMkLst>
        </pc:spChg>
        <pc:spChg chg="add mod">
          <ac:chgData name="棋翔 章" userId="17762a0649f409f5" providerId="LiveId" clId="{D39DE1AA-88CD-4F6E-AA96-99BF6586B846}" dt="2024-01-07T15:00:11.173" v="553" actId="13822"/>
          <ac:spMkLst>
            <pc:docMk/>
            <pc:sldMk cId="571871313" sldId="257"/>
            <ac:spMk id="124" creationId="{51073C59-B751-5F8D-D732-96B0AA297102}"/>
          </ac:spMkLst>
        </pc:spChg>
        <pc:spChg chg="add mod">
          <ac:chgData name="棋翔 章" userId="17762a0649f409f5" providerId="LiveId" clId="{D39DE1AA-88CD-4F6E-AA96-99BF6586B846}" dt="2024-01-07T15:00:11.173" v="553" actId="13822"/>
          <ac:spMkLst>
            <pc:docMk/>
            <pc:sldMk cId="571871313" sldId="257"/>
            <ac:spMk id="125" creationId="{CBA6167C-EDC3-8C47-7FDE-79A30AAE94CF}"/>
          </ac:spMkLst>
        </pc:spChg>
        <pc:spChg chg="add mod">
          <ac:chgData name="棋翔 章" userId="17762a0649f409f5" providerId="LiveId" clId="{D39DE1AA-88CD-4F6E-AA96-99BF6586B846}" dt="2024-01-07T15:00:11.173" v="553" actId="13822"/>
          <ac:spMkLst>
            <pc:docMk/>
            <pc:sldMk cId="571871313" sldId="257"/>
            <ac:spMk id="126" creationId="{53824749-39D6-E3AC-B00C-2EB8FEAF7798}"/>
          </ac:spMkLst>
        </pc:spChg>
        <pc:spChg chg="add del mod">
          <ac:chgData name="棋翔 章" userId="17762a0649f409f5" providerId="LiveId" clId="{D39DE1AA-88CD-4F6E-AA96-99BF6586B846}" dt="2024-01-07T14:58:16.562" v="519"/>
          <ac:spMkLst>
            <pc:docMk/>
            <pc:sldMk cId="571871313" sldId="257"/>
            <ac:spMk id="131" creationId="{36BE5164-51FA-2564-657B-D4F8D890FDE2}"/>
          </ac:spMkLst>
        </pc:spChg>
        <pc:spChg chg="add mod">
          <ac:chgData name="棋翔 章" userId="17762a0649f409f5" providerId="LiveId" clId="{D39DE1AA-88CD-4F6E-AA96-99BF6586B846}" dt="2024-01-07T15:00:11.173" v="553" actId="13822"/>
          <ac:spMkLst>
            <pc:docMk/>
            <pc:sldMk cId="571871313" sldId="257"/>
            <ac:spMk id="132" creationId="{23A471FF-3EEB-4196-D71D-F19B1CE42FC5}"/>
          </ac:spMkLst>
        </pc:spChg>
        <pc:spChg chg="add mod">
          <ac:chgData name="棋翔 章" userId="17762a0649f409f5" providerId="LiveId" clId="{D39DE1AA-88CD-4F6E-AA96-99BF6586B846}" dt="2024-01-07T15:00:11.173" v="553" actId="13822"/>
          <ac:spMkLst>
            <pc:docMk/>
            <pc:sldMk cId="571871313" sldId="257"/>
            <ac:spMk id="133" creationId="{1B20A218-7986-0A20-64BF-E127838C3274}"/>
          </ac:spMkLst>
        </pc:spChg>
        <pc:spChg chg="add mod">
          <ac:chgData name="棋翔 章" userId="17762a0649f409f5" providerId="LiveId" clId="{D39DE1AA-88CD-4F6E-AA96-99BF6586B846}" dt="2024-01-07T15:00:11.173" v="553" actId="13822"/>
          <ac:spMkLst>
            <pc:docMk/>
            <pc:sldMk cId="571871313" sldId="257"/>
            <ac:spMk id="134" creationId="{D8EF45C1-7BA5-4917-5380-AA4A7CB88574}"/>
          </ac:spMkLst>
        </pc:spChg>
        <pc:spChg chg="add del mod">
          <ac:chgData name="棋翔 章" userId="17762a0649f409f5" providerId="LiveId" clId="{D39DE1AA-88CD-4F6E-AA96-99BF6586B846}" dt="2024-01-07T15:20:38.809" v="1360" actId="478"/>
          <ac:spMkLst>
            <pc:docMk/>
            <pc:sldMk cId="571871313" sldId="257"/>
            <ac:spMk id="145" creationId="{8E27AF17-512D-0ED3-3E5B-68B3CA55CA8B}"/>
          </ac:spMkLst>
        </pc:spChg>
        <pc:spChg chg="add mod">
          <ac:chgData name="棋翔 章" userId="17762a0649f409f5" providerId="LiveId" clId="{D39DE1AA-88CD-4F6E-AA96-99BF6586B846}" dt="2024-01-07T15:20:57.431" v="1385" actId="14100"/>
          <ac:spMkLst>
            <pc:docMk/>
            <pc:sldMk cId="571871313" sldId="257"/>
            <ac:spMk id="147" creationId="{5AB1DF3E-BEA8-E85D-B195-829BA233F990}"/>
          </ac:spMkLst>
        </pc:spChg>
        <pc:cxnChg chg="add del mod">
          <ac:chgData name="棋翔 章" userId="17762a0649f409f5" providerId="LiveId" clId="{D39DE1AA-88CD-4F6E-AA96-99BF6586B846}" dt="2024-01-07T14:51:22.226" v="436" actId="21"/>
          <ac:cxnSpMkLst>
            <pc:docMk/>
            <pc:sldMk cId="571871313" sldId="257"/>
            <ac:cxnSpMk id="27" creationId="{44FC92EF-8748-3169-29D9-E85D5D7DC981}"/>
          </ac:cxnSpMkLst>
        </pc:cxnChg>
        <pc:cxnChg chg="add del mod">
          <ac:chgData name="棋翔 章" userId="17762a0649f409f5" providerId="LiveId" clId="{D39DE1AA-88CD-4F6E-AA96-99BF6586B846}" dt="2024-01-07T14:51:22.226" v="436" actId="21"/>
          <ac:cxnSpMkLst>
            <pc:docMk/>
            <pc:sldMk cId="571871313" sldId="257"/>
            <ac:cxnSpMk id="29" creationId="{DB0F3883-F0EB-5343-1145-EA4D297C8B0C}"/>
          </ac:cxnSpMkLst>
        </pc:cxnChg>
        <pc:cxnChg chg="add del mod">
          <ac:chgData name="棋翔 章" userId="17762a0649f409f5" providerId="LiveId" clId="{D39DE1AA-88CD-4F6E-AA96-99BF6586B846}" dt="2024-01-07T14:51:22.226" v="436" actId="21"/>
          <ac:cxnSpMkLst>
            <pc:docMk/>
            <pc:sldMk cId="571871313" sldId="257"/>
            <ac:cxnSpMk id="31" creationId="{6074FFED-0CD7-B151-B705-2CBD634A1EFC}"/>
          </ac:cxnSpMkLst>
        </pc:cxnChg>
        <pc:cxnChg chg="add del mod">
          <ac:chgData name="棋翔 章" userId="17762a0649f409f5" providerId="LiveId" clId="{D39DE1AA-88CD-4F6E-AA96-99BF6586B846}" dt="2024-01-07T14:51:22.226" v="436" actId="21"/>
          <ac:cxnSpMkLst>
            <pc:docMk/>
            <pc:sldMk cId="571871313" sldId="257"/>
            <ac:cxnSpMk id="33" creationId="{9BC252F2-55E9-B336-0F79-B348CA9A36B5}"/>
          </ac:cxnSpMkLst>
        </pc:cxnChg>
        <pc:cxnChg chg="add del mod">
          <ac:chgData name="棋翔 章" userId="17762a0649f409f5" providerId="LiveId" clId="{D39DE1AA-88CD-4F6E-AA96-99BF6586B846}" dt="2024-01-07T14:51:22.226" v="436" actId="21"/>
          <ac:cxnSpMkLst>
            <pc:docMk/>
            <pc:sldMk cId="571871313" sldId="257"/>
            <ac:cxnSpMk id="35" creationId="{2110E55F-9888-771C-EEF2-8E6F4A6116E3}"/>
          </ac:cxnSpMkLst>
        </pc:cxnChg>
        <pc:cxnChg chg="add del mod">
          <ac:chgData name="棋翔 章" userId="17762a0649f409f5" providerId="LiveId" clId="{D39DE1AA-88CD-4F6E-AA96-99BF6586B846}" dt="2024-01-07T14:49:08.184" v="418" actId="11529"/>
          <ac:cxnSpMkLst>
            <pc:docMk/>
            <pc:sldMk cId="571871313" sldId="257"/>
            <ac:cxnSpMk id="45" creationId="{C28E8A7B-A169-7CA2-717E-83F0FF3EC7A1}"/>
          </ac:cxnSpMkLst>
        </pc:cxnChg>
        <pc:cxnChg chg="add del mod">
          <ac:chgData name="棋翔 章" userId="17762a0649f409f5" providerId="LiveId" clId="{D39DE1AA-88CD-4F6E-AA96-99BF6586B846}" dt="2024-01-07T14:49:07.535" v="417" actId="11529"/>
          <ac:cxnSpMkLst>
            <pc:docMk/>
            <pc:sldMk cId="571871313" sldId="257"/>
            <ac:cxnSpMk id="47" creationId="{03F4C137-70AF-785A-4AA2-B0855535122F}"/>
          </ac:cxnSpMkLst>
        </pc:cxnChg>
        <pc:cxnChg chg="add del mod">
          <ac:chgData name="棋翔 章" userId="17762a0649f409f5" providerId="LiveId" clId="{D39DE1AA-88CD-4F6E-AA96-99BF6586B846}" dt="2024-01-07T14:52:08.362" v="440" actId="21"/>
          <ac:cxnSpMkLst>
            <pc:docMk/>
            <pc:sldMk cId="571871313" sldId="257"/>
            <ac:cxnSpMk id="49" creationId="{2F142C54-35A8-2996-77F5-31FA482DBA4F}"/>
          </ac:cxnSpMkLst>
        </pc:cxnChg>
        <pc:cxnChg chg="add del mod">
          <ac:chgData name="棋翔 章" userId="17762a0649f409f5" providerId="LiveId" clId="{D39DE1AA-88CD-4F6E-AA96-99BF6586B846}" dt="2024-01-07T14:52:08.362" v="440" actId="21"/>
          <ac:cxnSpMkLst>
            <pc:docMk/>
            <pc:sldMk cId="571871313" sldId="257"/>
            <ac:cxnSpMk id="51" creationId="{71AA800A-613A-E5D4-4467-D795B03B4576}"/>
          </ac:cxnSpMkLst>
        </pc:cxnChg>
        <pc:cxnChg chg="add del mod">
          <ac:chgData name="棋翔 章" userId="17762a0649f409f5" providerId="LiveId" clId="{D39DE1AA-88CD-4F6E-AA96-99BF6586B846}" dt="2024-01-07T14:52:08.362" v="440" actId="21"/>
          <ac:cxnSpMkLst>
            <pc:docMk/>
            <pc:sldMk cId="571871313" sldId="257"/>
            <ac:cxnSpMk id="53" creationId="{D27CE491-37AA-C8DB-0801-CC38BCD7CC0E}"/>
          </ac:cxnSpMkLst>
        </pc:cxnChg>
        <pc:cxnChg chg="add del mod">
          <ac:chgData name="棋翔 章" userId="17762a0649f409f5" providerId="LiveId" clId="{D39DE1AA-88CD-4F6E-AA96-99BF6586B846}" dt="2024-01-07T14:52:08.362" v="440" actId="21"/>
          <ac:cxnSpMkLst>
            <pc:docMk/>
            <pc:sldMk cId="571871313" sldId="257"/>
            <ac:cxnSpMk id="57" creationId="{45BE887A-580E-8065-83F8-33A96AABBC8D}"/>
          </ac:cxnSpMkLst>
        </pc:cxnChg>
        <pc:cxnChg chg="add del mod">
          <ac:chgData name="棋翔 章" userId="17762a0649f409f5" providerId="LiveId" clId="{D39DE1AA-88CD-4F6E-AA96-99BF6586B846}" dt="2024-01-07T14:52:08.362" v="440" actId="21"/>
          <ac:cxnSpMkLst>
            <pc:docMk/>
            <pc:sldMk cId="571871313" sldId="257"/>
            <ac:cxnSpMk id="59" creationId="{75A87BF5-C329-C478-3DA3-A97538D64F93}"/>
          </ac:cxnSpMkLst>
        </pc:cxnChg>
        <pc:cxnChg chg="add mod">
          <ac:chgData name="棋翔 章" userId="17762a0649f409f5" providerId="LiveId" clId="{D39DE1AA-88CD-4F6E-AA96-99BF6586B846}" dt="2024-01-07T14:56:51.713" v="502" actId="13822"/>
          <ac:cxnSpMkLst>
            <pc:docMk/>
            <pc:sldMk cId="571871313" sldId="257"/>
            <ac:cxnSpMk id="61" creationId="{ABC01B49-59CF-508B-806B-300D6305D048}"/>
          </ac:cxnSpMkLst>
        </pc:cxnChg>
        <pc:cxnChg chg="add mod">
          <ac:chgData name="棋翔 章" userId="17762a0649f409f5" providerId="LiveId" clId="{D39DE1AA-88CD-4F6E-AA96-99BF6586B846}" dt="2024-01-07T14:56:51.713" v="502" actId="13822"/>
          <ac:cxnSpMkLst>
            <pc:docMk/>
            <pc:sldMk cId="571871313" sldId="257"/>
            <ac:cxnSpMk id="63" creationId="{466FF314-DD18-B6B6-4D2D-9A92DDABA735}"/>
          </ac:cxnSpMkLst>
        </pc:cxnChg>
        <pc:cxnChg chg="add del mod">
          <ac:chgData name="棋翔 章" userId="17762a0649f409f5" providerId="LiveId" clId="{D39DE1AA-88CD-4F6E-AA96-99BF6586B846}" dt="2024-01-07T14:52:33.180" v="444" actId="478"/>
          <ac:cxnSpMkLst>
            <pc:docMk/>
            <pc:sldMk cId="571871313" sldId="257"/>
            <ac:cxnSpMk id="65" creationId="{3436665B-3D25-E0DE-986D-FC2A706DD251}"/>
          </ac:cxnSpMkLst>
        </pc:cxnChg>
        <pc:cxnChg chg="add del mod">
          <ac:chgData name="棋翔 章" userId="17762a0649f409f5" providerId="LiveId" clId="{D39DE1AA-88CD-4F6E-AA96-99BF6586B846}" dt="2024-01-07T14:52:34.099" v="445" actId="478"/>
          <ac:cxnSpMkLst>
            <pc:docMk/>
            <pc:sldMk cId="571871313" sldId="257"/>
            <ac:cxnSpMk id="67" creationId="{B246A6FE-7158-86D3-103F-77BF332A934A}"/>
          </ac:cxnSpMkLst>
        </pc:cxnChg>
        <pc:cxnChg chg="add mod">
          <ac:chgData name="棋翔 章" userId="17762a0649f409f5" providerId="LiveId" clId="{D39DE1AA-88CD-4F6E-AA96-99BF6586B846}" dt="2024-01-07T14:51:29.829" v="438" actId="1076"/>
          <ac:cxnSpMkLst>
            <pc:docMk/>
            <pc:sldMk cId="571871313" sldId="257"/>
            <ac:cxnSpMk id="75" creationId="{AAA56590-D620-DDE5-2D12-93A4716571C2}"/>
          </ac:cxnSpMkLst>
        </pc:cxnChg>
        <pc:cxnChg chg="add mod">
          <ac:chgData name="棋翔 章" userId="17762a0649f409f5" providerId="LiveId" clId="{D39DE1AA-88CD-4F6E-AA96-99BF6586B846}" dt="2024-01-07T14:51:29.829" v="438" actId="1076"/>
          <ac:cxnSpMkLst>
            <pc:docMk/>
            <pc:sldMk cId="571871313" sldId="257"/>
            <ac:cxnSpMk id="76" creationId="{85B16E34-737A-DEF9-270E-079D27E3F77D}"/>
          </ac:cxnSpMkLst>
        </pc:cxnChg>
        <pc:cxnChg chg="add mod">
          <ac:chgData name="棋翔 章" userId="17762a0649f409f5" providerId="LiveId" clId="{D39DE1AA-88CD-4F6E-AA96-99BF6586B846}" dt="2024-01-07T14:51:29.829" v="438" actId="1076"/>
          <ac:cxnSpMkLst>
            <pc:docMk/>
            <pc:sldMk cId="571871313" sldId="257"/>
            <ac:cxnSpMk id="77" creationId="{0F324744-5FD8-1228-B956-52792C0965A8}"/>
          </ac:cxnSpMkLst>
        </pc:cxnChg>
        <pc:cxnChg chg="add mod">
          <ac:chgData name="棋翔 章" userId="17762a0649f409f5" providerId="LiveId" clId="{D39DE1AA-88CD-4F6E-AA96-99BF6586B846}" dt="2024-01-07T14:51:29.829" v="438" actId="1076"/>
          <ac:cxnSpMkLst>
            <pc:docMk/>
            <pc:sldMk cId="571871313" sldId="257"/>
            <ac:cxnSpMk id="78" creationId="{C2C8817E-E0A3-BC5D-711F-7A086310EEAC}"/>
          </ac:cxnSpMkLst>
        </pc:cxnChg>
        <pc:cxnChg chg="add mod">
          <ac:chgData name="棋翔 章" userId="17762a0649f409f5" providerId="LiveId" clId="{D39DE1AA-88CD-4F6E-AA96-99BF6586B846}" dt="2024-01-07T14:51:29.829" v="438" actId="1076"/>
          <ac:cxnSpMkLst>
            <pc:docMk/>
            <pc:sldMk cId="571871313" sldId="257"/>
            <ac:cxnSpMk id="79" creationId="{09F9BD08-8CAE-9E17-EB97-A6B084DF3A73}"/>
          </ac:cxnSpMkLst>
        </pc:cxnChg>
        <pc:cxnChg chg="add mod">
          <ac:chgData name="棋翔 章" userId="17762a0649f409f5" providerId="LiveId" clId="{D39DE1AA-88CD-4F6E-AA96-99BF6586B846}" dt="2024-01-07T14:57:04.130" v="505" actId="13822"/>
          <ac:cxnSpMkLst>
            <pc:docMk/>
            <pc:sldMk cId="571871313" sldId="257"/>
            <ac:cxnSpMk id="84" creationId="{F626E4E6-8D21-66A5-BA7E-DC36E584215E}"/>
          </ac:cxnSpMkLst>
        </pc:cxnChg>
        <pc:cxnChg chg="add mod">
          <ac:chgData name="棋翔 章" userId="17762a0649f409f5" providerId="LiveId" clId="{D39DE1AA-88CD-4F6E-AA96-99BF6586B846}" dt="2024-01-07T14:57:04.130" v="505" actId="13822"/>
          <ac:cxnSpMkLst>
            <pc:docMk/>
            <pc:sldMk cId="571871313" sldId="257"/>
            <ac:cxnSpMk id="85" creationId="{31E3FD71-010C-BC81-846E-119D643870C6}"/>
          </ac:cxnSpMkLst>
        </pc:cxnChg>
        <pc:cxnChg chg="add mod">
          <ac:chgData name="棋翔 章" userId="17762a0649f409f5" providerId="LiveId" clId="{D39DE1AA-88CD-4F6E-AA96-99BF6586B846}" dt="2024-01-07T14:57:04.130" v="505" actId="13822"/>
          <ac:cxnSpMkLst>
            <pc:docMk/>
            <pc:sldMk cId="571871313" sldId="257"/>
            <ac:cxnSpMk id="86" creationId="{0CF1A62B-0C77-8860-907A-99DE76893233}"/>
          </ac:cxnSpMkLst>
        </pc:cxnChg>
        <pc:cxnChg chg="add mod">
          <ac:chgData name="棋翔 章" userId="17762a0649f409f5" providerId="LiveId" clId="{D39DE1AA-88CD-4F6E-AA96-99BF6586B846}" dt="2024-01-07T14:57:04.130" v="505" actId="13822"/>
          <ac:cxnSpMkLst>
            <pc:docMk/>
            <pc:sldMk cId="571871313" sldId="257"/>
            <ac:cxnSpMk id="89" creationId="{1EAC9886-2644-17C3-6A6C-8B409AAE98FE}"/>
          </ac:cxnSpMkLst>
        </pc:cxnChg>
        <pc:cxnChg chg="add mod">
          <ac:chgData name="棋翔 章" userId="17762a0649f409f5" providerId="LiveId" clId="{D39DE1AA-88CD-4F6E-AA96-99BF6586B846}" dt="2024-01-07T14:57:04.130" v="505" actId="13822"/>
          <ac:cxnSpMkLst>
            <pc:docMk/>
            <pc:sldMk cId="571871313" sldId="257"/>
            <ac:cxnSpMk id="90" creationId="{F5973F85-CBAF-A24A-154C-3F1EEA0FCEC6}"/>
          </ac:cxnSpMkLst>
        </pc:cxnChg>
        <pc:cxnChg chg="add mod">
          <ac:chgData name="棋翔 章" userId="17762a0649f409f5" providerId="LiveId" clId="{D39DE1AA-88CD-4F6E-AA96-99BF6586B846}" dt="2024-01-07T14:56:51.713" v="502" actId="13822"/>
          <ac:cxnSpMkLst>
            <pc:docMk/>
            <pc:sldMk cId="571871313" sldId="257"/>
            <ac:cxnSpMk id="97" creationId="{44E25590-73AF-F32A-1D94-66628F14E096}"/>
          </ac:cxnSpMkLst>
        </pc:cxnChg>
        <pc:cxnChg chg="add mod">
          <ac:chgData name="棋翔 章" userId="17762a0649f409f5" providerId="LiveId" clId="{D39DE1AA-88CD-4F6E-AA96-99BF6586B846}" dt="2024-01-07T14:56:51.713" v="502" actId="13822"/>
          <ac:cxnSpMkLst>
            <pc:docMk/>
            <pc:sldMk cId="571871313" sldId="257"/>
            <ac:cxnSpMk id="99" creationId="{E290EC2C-768F-311D-EACA-84B21966C8C5}"/>
          </ac:cxnSpMkLst>
        </pc:cxnChg>
        <pc:cxnChg chg="add mod">
          <ac:chgData name="棋翔 章" userId="17762a0649f409f5" providerId="LiveId" clId="{D39DE1AA-88CD-4F6E-AA96-99BF6586B846}" dt="2024-01-07T14:56:51.713" v="502" actId="13822"/>
          <ac:cxnSpMkLst>
            <pc:docMk/>
            <pc:sldMk cId="571871313" sldId="257"/>
            <ac:cxnSpMk id="101" creationId="{B50B96E3-257D-47A6-E5EA-398229D751A7}"/>
          </ac:cxnSpMkLst>
        </pc:cxnChg>
        <pc:cxnChg chg="add mod">
          <ac:chgData name="棋翔 章" userId="17762a0649f409f5" providerId="LiveId" clId="{D39DE1AA-88CD-4F6E-AA96-99BF6586B846}" dt="2024-01-07T14:56:51.713" v="502" actId="13822"/>
          <ac:cxnSpMkLst>
            <pc:docMk/>
            <pc:sldMk cId="571871313" sldId="257"/>
            <ac:cxnSpMk id="103" creationId="{710EBD85-EDB2-977F-7DF0-B5682C729465}"/>
          </ac:cxnSpMkLst>
        </pc:cxnChg>
        <pc:cxnChg chg="add del mod">
          <ac:chgData name="棋翔 章" userId="17762a0649f409f5" providerId="LiveId" clId="{D39DE1AA-88CD-4F6E-AA96-99BF6586B846}" dt="2024-01-07T14:55:37.023" v="497" actId="11529"/>
          <ac:cxnSpMkLst>
            <pc:docMk/>
            <pc:sldMk cId="571871313" sldId="257"/>
            <ac:cxnSpMk id="105" creationId="{7FAD3460-7525-35C7-374A-911A4200F7E0}"/>
          </ac:cxnSpMkLst>
        </pc:cxnChg>
        <pc:cxnChg chg="add mod">
          <ac:chgData name="棋翔 章" userId="17762a0649f409f5" providerId="LiveId" clId="{D39DE1AA-88CD-4F6E-AA96-99BF6586B846}" dt="2024-01-07T15:17:48.037" v="1350" actId="1076"/>
          <ac:cxnSpMkLst>
            <pc:docMk/>
            <pc:sldMk cId="571871313" sldId="257"/>
            <ac:cxnSpMk id="108" creationId="{38034952-80B6-87C4-F80E-E4F971336067}"/>
          </ac:cxnSpMkLst>
        </pc:cxnChg>
        <pc:cxnChg chg="add">
          <ac:chgData name="棋翔 章" userId="17762a0649f409f5" providerId="LiveId" clId="{D39DE1AA-88CD-4F6E-AA96-99BF6586B846}" dt="2024-01-07T14:55:58.174" v="499" actId="11529"/>
          <ac:cxnSpMkLst>
            <pc:docMk/>
            <pc:sldMk cId="571871313" sldId="257"/>
            <ac:cxnSpMk id="110" creationId="{98941003-31F9-6243-AD4B-41D2E9244DC4}"/>
          </ac:cxnSpMkLst>
        </pc:cxnChg>
        <pc:cxnChg chg="add mod">
          <ac:chgData name="棋翔 章" userId="17762a0649f409f5" providerId="LiveId" clId="{D39DE1AA-88CD-4F6E-AA96-99BF6586B846}" dt="2024-01-07T14:56:56.367" v="504" actId="1076"/>
          <ac:cxnSpMkLst>
            <pc:docMk/>
            <pc:sldMk cId="571871313" sldId="257"/>
            <ac:cxnSpMk id="112" creationId="{CE69E693-DD66-A4E1-7FC6-A553D8078C18}"/>
          </ac:cxnSpMkLst>
        </pc:cxnChg>
        <pc:cxnChg chg="add">
          <ac:chgData name="棋翔 章" userId="17762a0649f409f5" providerId="LiveId" clId="{D39DE1AA-88CD-4F6E-AA96-99BF6586B846}" dt="2024-01-07T14:56:14.146" v="501" actId="11529"/>
          <ac:cxnSpMkLst>
            <pc:docMk/>
            <pc:sldMk cId="571871313" sldId="257"/>
            <ac:cxnSpMk id="114" creationId="{66397FD7-6350-9DA4-FBAB-9FC7F7FB415E}"/>
          </ac:cxnSpMkLst>
        </pc:cxnChg>
        <pc:cxnChg chg="add mod">
          <ac:chgData name="棋翔 章" userId="17762a0649f409f5" providerId="LiveId" clId="{D39DE1AA-88CD-4F6E-AA96-99BF6586B846}" dt="2024-01-07T15:00:11.173" v="553" actId="13822"/>
          <ac:cxnSpMkLst>
            <pc:docMk/>
            <pc:sldMk cId="571871313" sldId="257"/>
            <ac:cxnSpMk id="122" creationId="{27BB29CC-3DB7-424D-DC9D-C751ADF663CE}"/>
          </ac:cxnSpMkLst>
        </pc:cxnChg>
        <pc:cxnChg chg="add mod">
          <ac:chgData name="棋翔 章" userId="17762a0649f409f5" providerId="LiveId" clId="{D39DE1AA-88CD-4F6E-AA96-99BF6586B846}" dt="2024-01-07T15:00:11.173" v="553" actId="13822"/>
          <ac:cxnSpMkLst>
            <pc:docMk/>
            <pc:sldMk cId="571871313" sldId="257"/>
            <ac:cxnSpMk id="123" creationId="{024934C8-5958-81AE-E01C-E945C8627A26}"/>
          </ac:cxnSpMkLst>
        </pc:cxnChg>
        <pc:cxnChg chg="add mod">
          <ac:chgData name="棋翔 章" userId="17762a0649f409f5" providerId="LiveId" clId="{D39DE1AA-88CD-4F6E-AA96-99BF6586B846}" dt="2024-01-07T15:00:11.173" v="553" actId="13822"/>
          <ac:cxnSpMkLst>
            <pc:docMk/>
            <pc:sldMk cId="571871313" sldId="257"/>
            <ac:cxnSpMk id="127" creationId="{712E1232-8A9F-3779-2198-AE63B7110C52}"/>
          </ac:cxnSpMkLst>
        </pc:cxnChg>
        <pc:cxnChg chg="add mod">
          <ac:chgData name="棋翔 章" userId="17762a0649f409f5" providerId="LiveId" clId="{D39DE1AA-88CD-4F6E-AA96-99BF6586B846}" dt="2024-01-07T15:00:11.173" v="553" actId="13822"/>
          <ac:cxnSpMkLst>
            <pc:docMk/>
            <pc:sldMk cId="571871313" sldId="257"/>
            <ac:cxnSpMk id="128" creationId="{62C3CB09-07FF-0C52-E02B-2EF020AF5695}"/>
          </ac:cxnSpMkLst>
        </pc:cxnChg>
        <pc:cxnChg chg="add mod">
          <ac:chgData name="棋翔 章" userId="17762a0649f409f5" providerId="LiveId" clId="{D39DE1AA-88CD-4F6E-AA96-99BF6586B846}" dt="2024-01-07T15:00:11.173" v="553" actId="13822"/>
          <ac:cxnSpMkLst>
            <pc:docMk/>
            <pc:sldMk cId="571871313" sldId="257"/>
            <ac:cxnSpMk id="129" creationId="{E856FC54-4410-BDE0-F858-E27664D40E84}"/>
          </ac:cxnSpMkLst>
        </pc:cxnChg>
        <pc:cxnChg chg="add mod">
          <ac:chgData name="棋翔 章" userId="17762a0649f409f5" providerId="LiveId" clId="{D39DE1AA-88CD-4F6E-AA96-99BF6586B846}" dt="2024-01-07T15:00:11.173" v="553" actId="13822"/>
          <ac:cxnSpMkLst>
            <pc:docMk/>
            <pc:sldMk cId="571871313" sldId="257"/>
            <ac:cxnSpMk id="130" creationId="{617B78DB-0B90-D757-05E6-13BAF3D3FD74}"/>
          </ac:cxnSpMkLst>
        </pc:cxnChg>
        <pc:cxnChg chg="add mod">
          <ac:chgData name="棋翔 章" userId="17762a0649f409f5" providerId="LiveId" clId="{D39DE1AA-88CD-4F6E-AA96-99BF6586B846}" dt="2024-01-07T15:00:11.173" v="553" actId="13822"/>
          <ac:cxnSpMkLst>
            <pc:docMk/>
            <pc:sldMk cId="571871313" sldId="257"/>
            <ac:cxnSpMk id="136" creationId="{635D6F20-30E1-86C3-F937-A72208E48F2E}"/>
          </ac:cxnSpMkLst>
        </pc:cxnChg>
        <pc:cxnChg chg="add mod">
          <ac:chgData name="棋翔 章" userId="17762a0649f409f5" providerId="LiveId" clId="{D39DE1AA-88CD-4F6E-AA96-99BF6586B846}" dt="2024-01-07T15:00:11.173" v="553" actId="13822"/>
          <ac:cxnSpMkLst>
            <pc:docMk/>
            <pc:sldMk cId="571871313" sldId="257"/>
            <ac:cxnSpMk id="138" creationId="{95420787-725E-7DC2-00CA-A990F38B684C}"/>
          </ac:cxnSpMkLst>
        </pc:cxnChg>
        <pc:cxnChg chg="add mod">
          <ac:chgData name="棋翔 章" userId="17762a0649f409f5" providerId="LiveId" clId="{D39DE1AA-88CD-4F6E-AA96-99BF6586B846}" dt="2024-01-07T15:00:11.173" v="553" actId="13822"/>
          <ac:cxnSpMkLst>
            <pc:docMk/>
            <pc:sldMk cId="571871313" sldId="257"/>
            <ac:cxnSpMk id="140" creationId="{DC038E38-6C67-86CE-8761-644CC151E45F}"/>
          </ac:cxnSpMkLst>
        </pc:cxnChg>
        <pc:cxnChg chg="add mod">
          <ac:chgData name="棋翔 章" userId="17762a0649f409f5" providerId="LiveId" clId="{D39DE1AA-88CD-4F6E-AA96-99BF6586B846}" dt="2024-01-07T15:00:11.173" v="553" actId="13822"/>
          <ac:cxnSpMkLst>
            <pc:docMk/>
            <pc:sldMk cId="571871313" sldId="257"/>
            <ac:cxnSpMk id="142" creationId="{EE1CEFE5-314A-5503-9E7B-9B0216704F1A}"/>
          </ac:cxnSpMkLst>
        </pc:cxnChg>
        <pc:cxnChg chg="add mod">
          <ac:chgData name="棋翔 章" userId="17762a0649f409f5" providerId="LiveId" clId="{D39DE1AA-88CD-4F6E-AA96-99BF6586B846}" dt="2024-01-07T15:00:11.173" v="553" actId="13822"/>
          <ac:cxnSpMkLst>
            <pc:docMk/>
            <pc:sldMk cId="571871313" sldId="257"/>
            <ac:cxnSpMk id="144" creationId="{A7C16333-C3E6-8559-766B-0500C9B6A88A}"/>
          </ac:cxnSpMkLst>
        </pc:cxnChg>
        <pc:cxnChg chg="add mod">
          <ac:chgData name="棋翔 章" userId="17762a0649f409f5" providerId="LiveId" clId="{D39DE1AA-88CD-4F6E-AA96-99BF6586B846}" dt="2024-01-07T15:20:29.878" v="1357" actId="1076"/>
          <ac:cxnSpMkLst>
            <pc:docMk/>
            <pc:sldMk cId="571871313" sldId="257"/>
            <ac:cxnSpMk id="146" creationId="{CC38DB59-92A6-3B38-5804-A73FF3BBBA09}"/>
          </ac:cxnSpMkLst>
        </pc:cxnChg>
      </pc:sldChg>
      <pc:sldChg chg="addSp delSp modSp mod">
        <pc:chgData name="棋翔 章" userId="17762a0649f409f5" providerId="LiveId" clId="{D39DE1AA-88CD-4F6E-AA96-99BF6586B846}" dt="2024-01-07T15:13:02.328" v="1343" actId="1076"/>
        <pc:sldMkLst>
          <pc:docMk/>
          <pc:sldMk cId="4241083429" sldId="258"/>
        </pc:sldMkLst>
        <pc:spChg chg="mod">
          <ac:chgData name="棋翔 章" userId="17762a0649f409f5" providerId="LiveId" clId="{D39DE1AA-88CD-4F6E-AA96-99BF6586B846}" dt="2024-01-07T15:13:02.328" v="1343" actId="1076"/>
          <ac:spMkLst>
            <pc:docMk/>
            <pc:sldMk cId="4241083429" sldId="258"/>
            <ac:spMk id="2" creationId="{B2DD8038-9475-709B-4F1A-A5CFCCB9DF98}"/>
          </ac:spMkLst>
        </pc:spChg>
        <pc:spChg chg="del mod">
          <ac:chgData name="棋翔 章" userId="17762a0649f409f5" providerId="LiveId" clId="{D39DE1AA-88CD-4F6E-AA96-99BF6586B846}" dt="2024-01-07T15:01:19.790" v="570" actId="3680"/>
          <ac:spMkLst>
            <pc:docMk/>
            <pc:sldMk cId="4241083429" sldId="258"/>
            <ac:spMk id="3" creationId="{3DED6FD2-E445-E3A2-793F-9C330111E33B}"/>
          </ac:spMkLst>
        </pc:spChg>
        <pc:graphicFrameChg chg="add mod ord modGraphic">
          <ac:chgData name="棋翔 章" userId="17762a0649f409f5" providerId="LiveId" clId="{D39DE1AA-88CD-4F6E-AA96-99BF6586B846}" dt="2024-01-07T15:12:56.273" v="1342" actId="1076"/>
          <ac:graphicFrameMkLst>
            <pc:docMk/>
            <pc:sldMk cId="4241083429" sldId="258"/>
            <ac:graphicFrameMk id="4" creationId="{C0B77B3F-3D66-731A-053B-85342421DB84}"/>
          </ac:graphicFrameMkLst>
        </pc:graphicFrameChg>
      </pc:sldChg>
      <pc:sldChg chg="modSp mod">
        <pc:chgData name="棋翔 章" userId="17762a0649f409f5" providerId="LiveId" clId="{D39DE1AA-88CD-4F6E-AA96-99BF6586B846}" dt="2024-01-07T15:36:49.346" v="2463"/>
        <pc:sldMkLst>
          <pc:docMk/>
          <pc:sldMk cId="2422252933" sldId="259"/>
        </pc:sldMkLst>
        <pc:spChg chg="mod">
          <ac:chgData name="棋翔 章" userId="17762a0649f409f5" providerId="LiveId" clId="{D39DE1AA-88CD-4F6E-AA96-99BF6586B846}" dt="2024-01-07T15:26:28.269" v="1526" actId="207"/>
          <ac:spMkLst>
            <pc:docMk/>
            <pc:sldMk cId="2422252933" sldId="259"/>
            <ac:spMk id="2" creationId="{B93CFCDB-8A56-B11E-F658-FE1A3E043F1F}"/>
          </ac:spMkLst>
        </pc:spChg>
        <pc:spChg chg="mod">
          <ac:chgData name="棋翔 章" userId="17762a0649f409f5" providerId="LiveId" clId="{D39DE1AA-88CD-4F6E-AA96-99BF6586B846}" dt="2024-01-07T15:36:49.346" v="2463"/>
          <ac:spMkLst>
            <pc:docMk/>
            <pc:sldMk cId="2422252933" sldId="259"/>
            <ac:spMk id="3" creationId="{2AAC8AC0-1110-50F2-94F0-D40E90C30B3D}"/>
          </ac:spMkLst>
        </pc:spChg>
      </pc:sldChg>
      <pc:sldChg chg="modSp mod">
        <pc:chgData name="棋翔 章" userId="17762a0649f409f5" providerId="LiveId" clId="{D39DE1AA-88CD-4F6E-AA96-99BF6586B846}" dt="2024-01-07T15:39:30.092" v="2498"/>
        <pc:sldMkLst>
          <pc:docMk/>
          <pc:sldMk cId="3732403753" sldId="260"/>
        </pc:sldMkLst>
        <pc:spChg chg="mod">
          <ac:chgData name="棋翔 章" userId="17762a0649f409f5" providerId="LiveId" clId="{D39DE1AA-88CD-4F6E-AA96-99BF6586B846}" dt="2024-01-07T15:21:19.564" v="1409" actId="122"/>
          <ac:spMkLst>
            <pc:docMk/>
            <pc:sldMk cId="3732403753" sldId="260"/>
            <ac:spMk id="2" creationId="{6D4F505A-E8AC-5302-6ACE-F66236D10986}"/>
          </ac:spMkLst>
        </pc:spChg>
        <pc:spChg chg="mod">
          <ac:chgData name="棋翔 章" userId="17762a0649f409f5" providerId="LiveId" clId="{D39DE1AA-88CD-4F6E-AA96-99BF6586B846}" dt="2024-01-07T15:39:30.092" v="2498"/>
          <ac:spMkLst>
            <pc:docMk/>
            <pc:sldMk cId="3732403753" sldId="260"/>
            <ac:spMk id="3" creationId="{DF3DC520-21DD-4976-FEBE-4571AB0E2A0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7378774B-2C17-4FF0-A3F5-B4DBB5C3D887}" type="datetimeFigureOut">
              <a:rPr lang="zh-TW" altLang="en-US" smtClean="0"/>
              <a:t>2024/1/7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ABEA9F9-0E79-4B8E-AF76-0024EF6A7D4A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6302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8774B-2C17-4FF0-A3F5-B4DBB5C3D887}" type="datetimeFigureOut">
              <a:rPr lang="zh-TW" altLang="en-US" smtClean="0"/>
              <a:t>2024/1/7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EA9F9-0E79-4B8E-AF76-0024EF6A7D4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17860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8774B-2C17-4FF0-A3F5-B4DBB5C3D887}" type="datetimeFigureOut">
              <a:rPr lang="zh-TW" altLang="en-US" smtClean="0"/>
              <a:t>2024/1/7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EA9F9-0E79-4B8E-AF76-0024EF6A7D4A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2430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8774B-2C17-4FF0-A3F5-B4DBB5C3D887}" type="datetimeFigureOut">
              <a:rPr lang="zh-TW" altLang="en-US" smtClean="0"/>
              <a:t>2024/1/7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EA9F9-0E79-4B8E-AF76-0024EF6A7D4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3923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8774B-2C17-4FF0-A3F5-B4DBB5C3D887}" type="datetimeFigureOut">
              <a:rPr lang="zh-TW" altLang="en-US" smtClean="0"/>
              <a:t>2024/1/7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EA9F9-0E79-4B8E-AF76-0024EF6A7D4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6401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8774B-2C17-4FF0-A3F5-B4DBB5C3D887}" type="datetimeFigureOut">
              <a:rPr lang="zh-TW" altLang="en-US" smtClean="0"/>
              <a:t>2024/1/7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EA9F9-0E79-4B8E-AF76-0024EF6A7D4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767659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8774B-2C17-4FF0-A3F5-B4DBB5C3D887}" type="datetimeFigureOut">
              <a:rPr lang="zh-TW" altLang="en-US" smtClean="0"/>
              <a:t>2024/1/7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EA9F9-0E79-4B8E-AF76-0024EF6A7D4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8868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8774B-2C17-4FF0-A3F5-B4DBB5C3D887}" type="datetimeFigureOut">
              <a:rPr lang="zh-TW" altLang="en-US" smtClean="0"/>
              <a:t>2024/1/7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EA9F9-0E79-4B8E-AF76-0024EF6A7D4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623006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8774B-2C17-4FF0-A3F5-B4DBB5C3D887}" type="datetimeFigureOut">
              <a:rPr lang="zh-TW" altLang="en-US" smtClean="0"/>
              <a:t>2024/1/7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EA9F9-0E79-4B8E-AF76-0024EF6A7D4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8363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8774B-2C17-4FF0-A3F5-B4DBB5C3D887}" type="datetimeFigureOut">
              <a:rPr lang="zh-TW" altLang="en-US" smtClean="0"/>
              <a:t>2024/1/7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EA9F9-0E79-4B8E-AF76-0024EF6A7D4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286642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8774B-2C17-4FF0-A3F5-B4DBB5C3D887}" type="datetimeFigureOut">
              <a:rPr lang="zh-TW" altLang="en-US" smtClean="0"/>
              <a:t>2024/1/7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EA9F9-0E79-4B8E-AF76-0024EF6A7D4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95330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7378774B-2C17-4FF0-A3F5-B4DBB5C3D887}" type="datetimeFigureOut">
              <a:rPr lang="zh-TW" altLang="en-US" smtClean="0"/>
              <a:t>2024/1/7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DABEA9F9-0E79-4B8E-AF76-0024EF6A7D4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286338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726A94-1EF0-4D91-B7BF-C033E3D6E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575B8A-C526-D9D5-84DE-09AD059C874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alphaModFix amt="60000"/>
          </a:blip>
          <a:srcRect t="7504" b="8226"/>
          <a:stretch/>
        </p:blipFill>
        <p:spPr>
          <a:xfrm>
            <a:off x="20" y="-1"/>
            <a:ext cx="12191980" cy="6858001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8F0650C-11DF-45E6-8EC2-E3B298F0D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24FB4153-1E3E-4AE9-8306-E8C292894B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00" y="246888"/>
            <a:ext cx="11724640" cy="6377939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04A56AE0-08B0-8670-B187-48E3CBA2AF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>
            <a:normAutofit/>
          </a:bodyPr>
          <a:lstStyle/>
          <a:p>
            <a:r>
              <a:rPr lang="en-US" altLang="zh-TW" b="1" i="0">
                <a:effectLst/>
                <a:latin typeface="-apple-system"/>
              </a:rPr>
              <a:t>MMSP </a:t>
            </a:r>
            <a:r>
              <a:rPr lang="zh-TW" altLang="en-US" b="1" i="0">
                <a:effectLst/>
                <a:latin typeface="-apple-system"/>
              </a:rPr>
              <a:t>土製 </a:t>
            </a:r>
            <a:r>
              <a:rPr lang="en-US" altLang="zh-TW" b="1" i="0">
                <a:effectLst/>
                <a:latin typeface="-apple-system"/>
              </a:rPr>
              <a:t>JPEG</a:t>
            </a:r>
            <a:br>
              <a:rPr lang="en-US" altLang="zh-TW" b="1" i="0">
                <a:effectLst/>
                <a:latin typeface="-apple-system"/>
              </a:rPr>
            </a:b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41D8E0C-3BAA-8E09-96A9-CF625EE820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/>
          <a:p>
            <a:r>
              <a:rPr lang="en-US" altLang="zh-TW" dirty="0"/>
              <a:t>411086008 </a:t>
            </a:r>
            <a:r>
              <a:rPr lang="zh-TW" altLang="en-US" dirty="0"/>
              <a:t>通訊三 章棋翔</a:t>
            </a:r>
          </a:p>
        </p:txBody>
      </p:sp>
    </p:spTree>
    <p:extLst>
      <p:ext uri="{BB962C8B-B14F-4D97-AF65-F5344CB8AC3E}">
        <p14:creationId xmlns:p14="http://schemas.microsoft.com/office/powerpoint/2010/main" val="2716675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字方塊 12">
            <a:extLst>
              <a:ext uri="{FF2B5EF4-FFF2-40B4-BE49-F238E27FC236}">
                <a16:creationId xmlns:a16="http://schemas.microsoft.com/office/drawing/2014/main" id="{241B643E-66B2-34F6-E459-F42D4890C86F}"/>
              </a:ext>
            </a:extLst>
          </p:cNvPr>
          <p:cNvSpPr txBox="1"/>
          <p:nvPr/>
        </p:nvSpPr>
        <p:spPr>
          <a:xfrm>
            <a:off x="3886005" y="400633"/>
            <a:ext cx="441998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400" dirty="0"/>
              <a:t>Block Diagram</a:t>
            </a:r>
          </a:p>
        </p:txBody>
      </p:sp>
      <p:sp>
        <p:nvSpPr>
          <p:cNvPr id="36" name="矩形: 圓角 35">
            <a:extLst>
              <a:ext uri="{FF2B5EF4-FFF2-40B4-BE49-F238E27FC236}">
                <a16:creationId xmlns:a16="http://schemas.microsoft.com/office/drawing/2014/main" id="{4F16F3E3-833A-147B-6D1C-657223E4ABF1}"/>
              </a:ext>
            </a:extLst>
          </p:cNvPr>
          <p:cNvSpPr/>
          <p:nvPr/>
        </p:nvSpPr>
        <p:spPr>
          <a:xfrm>
            <a:off x="536706" y="1941896"/>
            <a:ext cx="1373543" cy="584914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/>
              <a:t>Project 1</a:t>
            </a:r>
          </a:p>
        </p:txBody>
      </p:sp>
      <p:sp>
        <p:nvSpPr>
          <p:cNvPr id="37" name="矩形: 圓角 36">
            <a:extLst>
              <a:ext uri="{FF2B5EF4-FFF2-40B4-BE49-F238E27FC236}">
                <a16:creationId xmlns:a16="http://schemas.microsoft.com/office/drawing/2014/main" id="{076B1256-D224-2C4C-0CA0-EA4D3831E416}"/>
              </a:ext>
            </a:extLst>
          </p:cNvPr>
          <p:cNvSpPr/>
          <p:nvPr/>
        </p:nvSpPr>
        <p:spPr>
          <a:xfrm>
            <a:off x="2260633" y="1941896"/>
            <a:ext cx="1373543" cy="584914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/>
              <a:t>Kimberly.bmp</a:t>
            </a:r>
          </a:p>
        </p:txBody>
      </p:sp>
      <p:sp>
        <p:nvSpPr>
          <p:cNvPr id="38" name="矩形: 圓角 37">
            <a:extLst>
              <a:ext uri="{FF2B5EF4-FFF2-40B4-BE49-F238E27FC236}">
                <a16:creationId xmlns:a16="http://schemas.microsoft.com/office/drawing/2014/main" id="{FB66A296-39AD-871C-3EC7-A3D9D58C1A27}"/>
              </a:ext>
            </a:extLst>
          </p:cNvPr>
          <p:cNvSpPr/>
          <p:nvPr/>
        </p:nvSpPr>
        <p:spPr>
          <a:xfrm>
            <a:off x="4076652" y="1941896"/>
            <a:ext cx="1373543" cy="584914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 err="1"/>
              <a:t>Encoder.c</a:t>
            </a:r>
            <a:endParaRPr lang="en-US" altLang="zh-TW" sz="1400" dirty="0"/>
          </a:p>
        </p:txBody>
      </p:sp>
      <p:cxnSp>
        <p:nvCxnSpPr>
          <p:cNvPr id="61" name="直線單箭頭接點 60">
            <a:extLst>
              <a:ext uri="{FF2B5EF4-FFF2-40B4-BE49-F238E27FC236}">
                <a16:creationId xmlns:a16="http://schemas.microsoft.com/office/drawing/2014/main" id="{ABC01B49-59CF-508B-806B-300D6305D048}"/>
              </a:ext>
            </a:extLst>
          </p:cNvPr>
          <p:cNvCxnSpPr>
            <a:stCxn id="36" idx="3"/>
            <a:endCxn id="37" idx="1"/>
          </p:cNvCxnSpPr>
          <p:nvPr/>
        </p:nvCxnSpPr>
        <p:spPr>
          <a:xfrm>
            <a:off x="1910249" y="2234353"/>
            <a:ext cx="35038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</p:cxnSp>
      <p:cxnSp>
        <p:nvCxnSpPr>
          <p:cNvPr id="63" name="直線單箭頭接點 62">
            <a:extLst>
              <a:ext uri="{FF2B5EF4-FFF2-40B4-BE49-F238E27FC236}">
                <a16:creationId xmlns:a16="http://schemas.microsoft.com/office/drawing/2014/main" id="{466FF314-DD18-B6B6-4D2D-9A92DDABA735}"/>
              </a:ext>
            </a:extLst>
          </p:cNvPr>
          <p:cNvCxnSpPr>
            <a:stCxn id="37" idx="3"/>
            <a:endCxn id="38" idx="1"/>
          </p:cNvCxnSpPr>
          <p:nvPr/>
        </p:nvCxnSpPr>
        <p:spPr>
          <a:xfrm>
            <a:off x="3634176" y="2234353"/>
            <a:ext cx="44247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</p:cxnSp>
      <p:sp>
        <p:nvSpPr>
          <p:cNvPr id="69" name="矩形: 圓角 68">
            <a:extLst>
              <a:ext uri="{FF2B5EF4-FFF2-40B4-BE49-F238E27FC236}">
                <a16:creationId xmlns:a16="http://schemas.microsoft.com/office/drawing/2014/main" id="{570483CA-7D15-E516-D370-D140D9373746}"/>
              </a:ext>
            </a:extLst>
          </p:cNvPr>
          <p:cNvSpPr/>
          <p:nvPr/>
        </p:nvSpPr>
        <p:spPr>
          <a:xfrm>
            <a:off x="2260633" y="1157301"/>
            <a:ext cx="1373543" cy="58491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/>
              <a:t>Kimberly.bmp</a:t>
            </a:r>
          </a:p>
        </p:txBody>
      </p:sp>
      <p:sp>
        <p:nvSpPr>
          <p:cNvPr id="70" name="矩形: 圓角 69">
            <a:extLst>
              <a:ext uri="{FF2B5EF4-FFF2-40B4-BE49-F238E27FC236}">
                <a16:creationId xmlns:a16="http://schemas.microsoft.com/office/drawing/2014/main" id="{6D259156-DF40-ACF7-5AEA-EF93C771F082}"/>
              </a:ext>
            </a:extLst>
          </p:cNvPr>
          <p:cNvSpPr/>
          <p:nvPr/>
        </p:nvSpPr>
        <p:spPr>
          <a:xfrm>
            <a:off x="536705" y="1157301"/>
            <a:ext cx="1373543" cy="58491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/>
              <a:t>Project 0</a:t>
            </a:r>
          </a:p>
        </p:txBody>
      </p:sp>
      <p:sp>
        <p:nvSpPr>
          <p:cNvPr id="71" name="矩形: 圓角 70">
            <a:extLst>
              <a:ext uri="{FF2B5EF4-FFF2-40B4-BE49-F238E27FC236}">
                <a16:creationId xmlns:a16="http://schemas.microsoft.com/office/drawing/2014/main" id="{291A3D71-039D-F86A-B3F2-98395189AF5B}"/>
              </a:ext>
            </a:extLst>
          </p:cNvPr>
          <p:cNvSpPr/>
          <p:nvPr/>
        </p:nvSpPr>
        <p:spPr>
          <a:xfrm>
            <a:off x="4076651" y="1157301"/>
            <a:ext cx="1373543" cy="58491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 err="1"/>
              <a:t>Encoder.c</a:t>
            </a:r>
            <a:endParaRPr lang="en-US" altLang="zh-TW" sz="1400" dirty="0"/>
          </a:p>
        </p:txBody>
      </p:sp>
      <p:sp>
        <p:nvSpPr>
          <p:cNvPr id="72" name="矩形: 圓角 71">
            <a:extLst>
              <a:ext uri="{FF2B5EF4-FFF2-40B4-BE49-F238E27FC236}">
                <a16:creationId xmlns:a16="http://schemas.microsoft.com/office/drawing/2014/main" id="{A08A9B68-B4EB-FF8B-E0EF-904383B10D6B}"/>
              </a:ext>
            </a:extLst>
          </p:cNvPr>
          <p:cNvSpPr/>
          <p:nvPr/>
        </p:nvSpPr>
        <p:spPr>
          <a:xfrm>
            <a:off x="5892670" y="1157301"/>
            <a:ext cx="1373543" cy="58491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/>
              <a:t>R.txt,G.txt,</a:t>
            </a:r>
          </a:p>
          <a:p>
            <a:pPr algn="ctr"/>
            <a:r>
              <a:rPr lang="en-US" altLang="zh-TW" sz="1400" dirty="0"/>
              <a:t>B.txt,dim.txt</a:t>
            </a:r>
          </a:p>
        </p:txBody>
      </p:sp>
      <p:sp>
        <p:nvSpPr>
          <p:cNvPr id="73" name="矩形: 圓角 72">
            <a:extLst>
              <a:ext uri="{FF2B5EF4-FFF2-40B4-BE49-F238E27FC236}">
                <a16:creationId xmlns:a16="http://schemas.microsoft.com/office/drawing/2014/main" id="{EAF2D8AC-86AC-7F64-78CB-CD3F08C7E367}"/>
              </a:ext>
            </a:extLst>
          </p:cNvPr>
          <p:cNvSpPr/>
          <p:nvPr/>
        </p:nvSpPr>
        <p:spPr>
          <a:xfrm>
            <a:off x="7708689" y="1157301"/>
            <a:ext cx="1373543" cy="58491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 err="1"/>
              <a:t>Decoder.c</a:t>
            </a:r>
            <a:endParaRPr lang="en-US" altLang="zh-TW" sz="1400" dirty="0"/>
          </a:p>
        </p:txBody>
      </p:sp>
      <p:sp>
        <p:nvSpPr>
          <p:cNvPr id="74" name="矩形: 圓角 73">
            <a:extLst>
              <a:ext uri="{FF2B5EF4-FFF2-40B4-BE49-F238E27FC236}">
                <a16:creationId xmlns:a16="http://schemas.microsoft.com/office/drawing/2014/main" id="{A17D0146-F616-4F40-4FA9-C9CD4959384F}"/>
              </a:ext>
            </a:extLst>
          </p:cNvPr>
          <p:cNvSpPr/>
          <p:nvPr/>
        </p:nvSpPr>
        <p:spPr>
          <a:xfrm>
            <a:off x="9524708" y="1157301"/>
            <a:ext cx="1578721" cy="58491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/>
              <a:t>ResKimberly.bmp</a:t>
            </a:r>
          </a:p>
        </p:txBody>
      </p:sp>
      <p:cxnSp>
        <p:nvCxnSpPr>
          <p:cNvPr id="75" name="直線單箭頭接點 74">
            <a:extLst>
              <a:ext uri="{FF2B5EF4-FFF2-40B4-BE49-F238E27FC236}">
                <a16:creationId xmlns:a16="http://schemas.microsoft.com/office/drawing/2014/main" id="{AAA56590-D620-DDE5-2D12-93A4716571C2}"/>
              </a:ext>
            </a:extLst>
          </p:cNvPr>
          <p:cNvCxnSpPr>
            <a:stCxn id="70" idx="3"/>
            <a:endCxn id="69" idx="1"/>
          </p:cNvCxnSpPr>
          <p:nvPr/>
        </p:nvCxnSpPr>
        <p:spPr>
          <a:xfrm>
            <a:off x="1910248" y="1449758"/>
            <a:ext cx="35038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單箭頭接點 75">
            <a:extLst>
              <a:ext uri="{FF2B5EF4-FFF2-40B4-BE49-F238E27FC236}">
                <a16:creationId xmlns:a16="http://schemas.microsoft.com/office/drawing/2014/main" id="{85B16E34-737A-DEF9-270E-079D27E3F77D}"/>
              </a:ext>
            </a:extLst>
          </p:cNvPr>
          <p:cNvCxnSpPr>
            <a:stCxn id="69" idx="3"/>
            <a:endCxn id="71" idx="1"/>
          </p:cNvCxnSpPr>
          <p:nvPr/>
        </p:nvCxnSpPr>
        <p:spPr>
          <a:xfrm>
            <a:off x="3634176" y="1449758"/>
            <a:ext cx="4424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單箭頭接點 76">
            <a:extLst>
              <a:ext uri="{FF2B5EF4-FFF2-40B4-BE49-F238E27FC236}">
                <a16:creationId xmlns:a16="http://schemas.microsoft.com/office/drawing/2014/main" id="{0F324744-5FD8-1228-B956-52792C0965A8}"/>
              </a:ext>
            </a:extLst>
          </p:cNvPr>
          <p:cNvCxnSpPr>
            <a:stCxn id="71" idx="3"/>
            <a:endCxn id="72" idx="1"/>
          </p:cNvCxnSpPr>
          <p:nvPr/>
        </p:nvCxnSpPr>
        <p:spPr>
          <a:xfrm>
            <a:off x="5450194" y="1449758"/>
            <a:ext cx="44247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單箭頭接點 77">
            <a:extLst>
              <a:ext uri="{FF2B5EF4-FFF2-40B4-BE49-F238E27FC236}">
                <a16:creationId xmlns:a16="http://schemas.microsoft.com/office/drawing/2014/main" id="{C2C8817E-E0A3-BC5D-711F-7A086310EEAC}"/>
              </a:ext>
            </a:extLst>
          </p:cNvPr>
          <p:cNvCxnSpPr>
            <a:stCxn id="72" idx="3"/>
            <a:endCxn id="73" idx="1"/>
          </p:cNvCxnSpPr>
          <p:nvPr/>
        </p:nvCxnSpPr>
        <p:spPr>
          <a:xfrm>
            <a:off x="7266213" y="1449758"/>
            <a:ext cx="44247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單箭頭接點 78">
            <a:extLst>
              <a:ext uri="{FF2B5EF4-FFF2-40B4-BE49-F238E27FC236}">
                <a16:creationId xmlns:a16="http://schemas.microsoft.com/office/drawing/2014/main" id="{09F9BD08-8CAE-9E17-EB97-A6B084DF3A73}"/>
              </a:ext>
            </a:extLst>
          </p:cNvPr>
          <p:cNvCxnSpPr>
            <a:stCxn id="73" idx="3"/>
            <a:endCxn id="74" idx="1"/>
          </p:cNvCxnSpPr>
          <p:nvPr/>
        </p:nvCxnSpPr>
        <p:spPr>
          <a:xfrm>
            <a:off x="9082232" y="1449758"/>
            <a:ext cx="44247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矩形: 圓角 79">
            <a:extLst>
              <a:ext uri="{FF2B5EF4-FFF2-40B4-BE49-F238E27FC236}">
                <a16:creationId xmlns:a16="http://schemas.microsoft.com/office/drawing/2014/main" id="{A0903DD7-B615-3BBB-436D-0FA5A828AC70}"/>
              </a:ext>
            </a:extLst>
          </p:cNvPr>
          <p:cNvSpPr/>
          <p:nvPr/>
        </p:nvSpPr>
        <p:spPr>
          <a:xfrm>
            <a:off x="559542" y="3031720"/>
            <a:ext cx="1373543" cy="584914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 err="1"/>
              <a:t>Qt,qF,dim</a:t>
            </a:r>
            <a:endParaRPr lang="en-US" altLang="zh-TW" sz="1400" dirty="0"/>
          </a:p>
        </p:txBody>
      </p:sp>
      <p:sp>
        <p:nvSpPr>
          <p:cNvPr id="81" name="矩形: 圓角 80">
            <a:extLst>
              <a:ext uri="{FF2B5EF4-FFF2-40B4-BE49-F238E27FC236}">
                <a16:creationId xmlns:a16="http://schemas.microsoft.com/office/drawing/2014/main" id="{F6D83746-060E-71BF-5962-ED1FAC161C2A}"/>
              </a:ext>
            </a:extLst>
          </p:cNvPr>
          <p:cNvSpPr/>
          <p:nvPr/>
        </p:nvSpPr>
        <p:spPr>
          <a:xfrm>
            <a:off x="559541" y="3987874"/>
            <a:ext cx="1373543" cy="584914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 err="1"/>
              <a:t>eF</a:t>
            </a:r>
            <a:endParaRPr lang="en-US" altLang="zh-TW" sz="1400" dirty="0"/>
          </a:p>
        </p:txBody>
      </p:sp>
      <p:sp>
        <p:nvSpPr>
          <p:cNvPr id="82" name="矩形: 圓角 81">
            <a:extLst>
              <a:ext uri="{FF2B5EF4-FFF2-40B4-BE49-F238E27FC236}">
                <a16:creationId xmlns:a16="http://schemas.microsoft.com/office/drawing/2014/main" id="{2AC93A83-E757-7409-E84B-80F59C0C4182}"/>
              </a:ext>
            </a:extLst>
          </p:cNvPr>
          <p:cNvSpPr/>
          <p:nvPr/>
        </p:nvSpPr>
        <p:spPr>
          <a:xfrm>
            <a:off x="2337117" y="3018947"/>
            <a:ext cx="1373543" cy="584914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 err="1"/>
              <a:t>Decode.c</a:t>
            </a:r>
            <a:r>
              <a:rPr lang="en-US" altLang="zh-TW" sz="1400" dirty="0"/>
              <a:t>(a)</a:t>
            </a:r>
          </a:p>
        </p:txBody>
      </p:sp>
      <p:sp>
        <p:nvSpPr>
          <p:cNvPr id="83" name="矩形: 圓角 82">
            <a:extLst>
              <a:ext uri="{FF2B5EF4-FFF2-40B4-BE49-F238E27FC236}">
                <a16:creationId xmlns:a16="http://schemas.microsoft.com/office/drawing/2014/main" id="{336FC0A5-1438-DA8A-A2F0-69F1E6434535}"/>
              </a:ext>
            </a:extLst>
          </p:cNvPr>
          <p:cNvSpPr/>
          <p:nvPr/>
        </p:nvSpPr>
        <p:spPr>
          <a:xfrm>
            <a:off x="2337117" y="3960312"/>
            <a:ext cx="1373543" cy="584914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 err="1"/>
              <a:t>Decode.c</a:t>
            </a:r>
            <a:r>
              <a:rPr lang="en-US" altLang="zh-TW" sz="1400" dirty="0"/>
              <a:t>(b)</a:t>
            </a:r>
          </a:p>
        </p:txBody>
      </p:sp>
      <p:cxnSp>
        <p:nvCxnSpPr>
          <p:cNvPr id="84" name="直線單箭頭接點 83">
            <a:extLst>
              <a:ext uri="{FF2B5EF4-FFF2-40B4-BE49-F238E27FC236}">
                <a16:creationId xmlns:a16="http://schemas.microsoft.com/office/drawing/2014/main" id="{F626E4E6-8D21-66A5-BA7E-DC36E584215E}"/>
              </a:ext>
            </a:extLst>
          </p:cNvPr>
          <p:cNvCxnSpPr>
            <a:stCxn id="80" idx="3"/>
            <a:endCxn id="82" idx="1"/>
          </p:cNvCxnSpPr>
          <p:nvPr/>
        </p:nvCxnSpPr>
        <p:spPr>
          <a:xfrm flipV="1">
            <a:off x="1933085" y="3311404"/>
            <a:ext cx="404032" cy="127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</p:cxnSp>
      <p:cxnSp>
        <p:nvCxnSpPr>
          <p:cNvPr id="85" name="直線單箭頭接點 84">
            <a:extLst>
              <a:ext uri="{FF2B5EF4-FFF2-40B4-BE49-F238E27FC236}">
                <a16:creationId xmlns:a16="http://schemas.microsoft.com/office/drawing/2014/main" id="{31E3FD71-010C-BC81-846E-119D643870C6}"/>
              </a:ext>
            </a:extLst>
          </p:cNvPr>
          <p:cNvCxnSpPr>
            <a:stCxn id="81" idx="3"/>
            <a:endCxn id="83" idx="1"/>
          </p:cNvCxnSpPr>
          <p:nvPr/>
        </p:nvCxnSpPr>
        <p:spPr>
          <a:xfrm flipV="1">
            <a:off x="1933084" y="4252769"/>
            <a:ext cx="404033" cy="275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</p:cxnSp>
      <p:cxnSp>
        <p:nvCxnSpPr>
          <p:cNvPr id="86" name="直線單箭頭接點 85">
            <a:extLst>
              <a:ext uri="{FF2B5EF4-FFF2-40B4-BE49-F238E27FC236}">
                <a16:creationId xmlns:a16="http://schemas.microsoft.com/office/drawing/2014/main" id="{0CF1A62B-0C77-8860-907A-99DE76893233}"/>
              </a:ext>
            </a:extLst>
          </p:cNvPr>
          <p:cNvCxnSpPr>
            <a:stCxn id="80" idx="3"/>
            <a:endCxn id="83" idx="1"/>
          </p:cNvCxnSpPr>
          <p:nvPr/>
        </p:nvCxnSpPr>
        <p:spPr>
          <a:xfrm>
            <a:off x="1933085" y="3324177"/>
            <a:ext cx="404032" cy="9285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</p:cxnSp>
      <p:sp>
        <p:nvSpPr>
          <p:cNvPr id="87" name="矩形: 圓角 86">
            <a:extLst>
              <a:ext uri="{FF2B5EF4-FFF2-40B4-BE49-F238E27FC236}">
                <a16:creationId xmlns:a16="http://schemas.microsoft.com/office/drawing/2014/main" id="{310B599A-FA24-0E79-483B-827047982A31}"/>
              </a:ext>
            </a:extLst>
          </p:cNvPr>
          <p:cNvSpPr/>
          <p:nvPr/>
        </p:nvSpPr>
        <p:spPr>
          <a:xfrm>
            <a:off x="4191576" y="3018947"/>
            <a:ext cx="1700024" cy="584914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/>
              <a:t>QResKimberly.bmp</a:t>
            </a:r>
          </a:p>
        </p:txBody>
      </p:sp>
      <p:sp>
        <p:nvSpPr>
          <p:cNvPr id="88" name="矩形: 圓角 87">
            <a:extLst>
              <a:ext uri="{FF2B5EF4-FFF2-40B4-BE49-F238E27FC236}">
                <a16:creationId xmlns:a16="http://schemas.microsoft.com/office/drawing/2014/main" id="{43ADBB15-A2FF-19DB-0E97-7ECA10B6E85B}"/>
              </a:ext>
            </a:extLst>
          </p:cNvPr>
          <p:cNvSpPr/>
          <p:nvPr/>
        </p:nvSpPr>
        <p:spPr>
          <a:xfrm>
            <a:off x="4191577" y="3960312"/>
            <a:ext cx="1578721" cy="584914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/>
              <a:t>ResKimberly.bmp</a:t>
            </a:r>
          </a:p>
        </p:txBody>
      </p:sp>
      <p:cxnSp>
        <p:nvCxnSpPr>
          <p:cNvPr id="89" name="直線單箭頭接點 88">
            <a:extLst>
              <a:ext uri="{FF2B5EF4-FFF2-40B4-BE49-F238E27FC236}">
                <a16:creationId xmlns:a16="http://schemas.microsoft.com/office/drawing/2014/main" id="{1EAC9886-2644-17C3-6A6C-8B409AAE98FE}"/>
              </a:ext>
            </a:extLst>
          </p:cNvPr>
          <p:cNvCxnSpPr>
            <a:cxnSpLocks/>
            <a:stCxn id="82" idx="3"/>
            <a:endCxn id="87" idx="1"/>
          </p:cNvCxnSpPr>
          <p:nvPr/>
        </p:nvCxnSpPr>
        <p:spPr>
          <a:xfrm>
            <a:off x="3710660" y="3311404"/>
            <a:ext cx="48091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</p:cxnSp>
      <p:cxnSp>
        <p:nvCxnSpPr>
          <p:cNvPr id="90" name="直線單箭頭接點 89">
            <a:extLst>
              <a:ext uri="{FF2B5EF4-FFF2-40B4-BE49-F238E27FC236}">
                <a16:creationId xmlns:a16="http://schemas.microsoft.com/office/drawing/2014/main" id="{F5973F85-CBAF-A24A-154C-3F1EEA0FCEC6}"/>
              </a:ext>
            </a:extLst>
          </p:cNvPr>
          <p:cNvCxnSpPr>
            <a:stCxn id="83" idx="3"/>
            <a:endCxn id="88" idx="1"/>
          </p:cNvCxnSpPr>
          <p:nvPr/>
        </p:nvCxnSpPr>
        <p:spPr>
          <a:xfrm>
            <a:off x="3710660" y="4252769"/>
            <a:ext cx="48091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</p:cxnSp>
      <p:sp>
        <p:nvSpPr>
          <p:cNvPr id="91" name="矩形: 圓角 90">
            <a:extLst>
              <a:ext uri="{FF2B5EF4-FFF2-40B4-BE49-F238E27FC236}">
                <a16:creationId xmlns:a16="http://schemas.microsoft.com/office/drawing/2014/main" id="{B62256A0-3481-6AAF-9CE0-FB5F08D06F21}"/>
              </a:ext>
            </a:extLst>
          </p:cNvPr>
          <p:cNvSpPr/>
          <p:nvPr/>
        </p:nvSpPr>
        <p:spPr>
          <a:xfrm>
            <a:off x="5891600" y="1941896"/>
            <a:ext cx="1373543" cy="584914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/>
              <a:t>RGB 2 </a:t>
            </a:r>
            <a:r>
              <a:rPr lang="en-US" altLang="zh-TW" sz="1400" dirty="0" err="1"/>
              <a:t>YCbCr</a:t>
            </a:r>
            <a:endParaRPr lang="en-US" altLang="zh-TW" sz="1400" dirty="0"/>
          </a:p>
        </p:txBody>
      </p:sp>
      <p:sp>
        <p:nvSpPr>
          <p:cNvPr id="92" name="矩形: 圓角 91">
            <a:extLst>
              <a:ext uri="{FF2B5EF4-FFF2-40B4-BE49-F238E27FC236}">
                <a16:creationId xmlns:a16="http://schemas.microsoft.com/office/drawing/2014/main" id="{ECC4F91C-E583-7E14-06EA-F13926F1B925}"/>
              </a:ext>
            </a:extLst>
          </p:cNvPr>
          <p:cNvSpPr/>
          <p:nvPr/>
        </p:nvSpPr>
        <p:spPr>
          <a:xfrm>
            <a:off x="7708689" y="1951365"/>
            <a:ext cx="1373543" cy="584914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/>
              <a:t>2D-DCT</a:t>
            </a:r>
          </a:p>
        </p:txBody>
      </p:sp>
      <p:sp>
        <p:nvSpPr>
          <p:cNvPr id="95" name="矩形: 圓角 94">
            <a:extLst>
              <a:ext uri="{FF2B5EF4-FFF2-40B4-BE49-F238E27FC236}">
                <a16:creationId xmlns:a16="http://schemas.microsoft.com/office/drawing/2014/main" id="{950B0F90-A119-C43C-D8A1-AD0FFC9133A1}"/>
              </a:ext>
            </a:extLst>
          </p:cNvPr>
          <p:cNvSpPr/>
          <p:nvPr/>
        </p:nvSpPr>
        <p:spPr>
          <a:xfrm>
            <a:off x="9523637" y="1951365"/>
            <a:ext cx="1373543" cy="584914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/>
              <a:t>Quantization</a:t>
            </a:r>
          </a:p>
        </p:txBody>
      </p:sp>
      <p:cxnSp>
        <p:nvCxnSpPr>
          <p:cNvPr id="97" name="直線單箭頭接點 96">
            <a:extLst>
              <a:ext uri="{FF2B5EF4-FFF2-40B4-BE49-F238E27FC236}">
                <a16:creationId xmlns:a16="http://schemas.microsoft.com/office/drawing/2014/main" id="{44E25590-73AF-F32A-1D94-66628F14E096}"/>
              </a:ext>
            </a:extLst>
          </p:cNvPr>
          <p:cNvCxnSpPr>
            <a:stCxn id="38" idx="3"/>
            <a:endCxn id="91" idx="1"/>
          </p:cNvCxnSpPr>
          <p:nvPr/>
        </p:nvCxnSpPr>
        <p:spPr>
          <a:xfrm>
            <a:off x="5450195" y="2234353"/>
            <a:ext cx="44140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</p:cxnSp>
      <p:cxnSp>
        <p:nvCxnSpPr>
          <p:cNvPr id="99" name="直線單箭頭接點 98">
            <a:extLst>
              <a:ext uri="{FF2B5EF4-FFF2-40B4-BE49-F238E27FC236}">
                <a16:creationId xmlns:a16="http://schemas.microsoft.com/office/drawing/2014/main" id="{E290EC2C-768F-311D-EACA-84B21966C8C5}"/>
              </a:ext>
            </a:extLst>
          </p:cNvPr>
          <p:cNvCxnSpPr>
            <a:stCxn id="91" idx="3"/>
            <a:endCxn id="92" idx="1"/>
          </p:cNvCxnSpPr>
          <p:nvPr/>
        </p:nvCxnSpPr>
        <p:spPr>
          <a:xfrm>
            <a:off x="7265143" y="2234353"/>
            <a:ext cx="443546" cy="94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</p:cxnSp>
      <p:cxnSp>
        <p:nvCxnSpPr>
          <p:cNvPr id="101" name="直線單箭頭接點 100">
            <a:extLst>
              <a:ext uri="{FF2B5EF4-FFF2-40B4-BE49-F238E27FC236}">
                <a16:creationId xmlns:a16="http://schemas.microsoft.com/office/drawing/2014/main" id="{B50B96E3-257D-47A6-E5EA-398229D751A7}"/>
              </a:ext>
            </a:extLst>
          </p:cNvPr>
          <p:cNvCxnSpPr>
            <a:stCxn id="92" idx="3"/>
            <a:endCxn id="95" idx="1"/>
          </p:cNvCxnSpPr>
          <p:nvPr/>
        </p:nvCxnSpPr>
        <p:spPr>
          <a:xfrm>
            <a:off x="9082232" y="2243822"/>
            <a:ext cx="44140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</p:cxnSp>
      <p:cxnSp>
        <p:nvCxnSpPr>
          <p:cNvPr id="103" name="直線接點 102">
            <a:extLst>
              <a:ext uri="{FF2B5EF4-FFF2-40B4-BE49-F238E27FC236}">
                <a16:creationId xmlns:a16="http://schemas.microsoft.com/office/drawing/2014/main" id="{710EBD85-EDB2-977F-7DF0-B5682C729465}"/>
              </a:ext>
            </a:extLst>
          </p:cNvPr>
          <p:cNvCxnSpPr>
            <a:stCxn id="95" idx="3"/>
            <a:endCxn id="95" idx="3"/>
          </p:cNvCxnSpPr>
          <p:nvPr/>
        </p:nvCxnSpPr>
        <p:spPr>
          <a:xfrm>
            <a:off x="10897180" y="2243822"/>
            <a:ext cx="0" cy="0"/>
          </a:xfrm>
          <a:prstGeom prst="lin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</p:cxnSp>
      <p:cxnSp>
        <p:nvCxnSpPr>
          <p:cNvPr id="108" name="接點: 肘形 107">
            <a:extLst>
              <a:ext uri="{FF2B5EF4-FFF2-40B4-BE49-F238E27FC236}">
                <a16:creationId xmlns:a16="http://schemas.microsoft.com/office/drawing/2014/main" id="{38034952-80B6-87C4-F80E-E4F971336067}"/>
              </a:ext>
            </a:extLst>
          </p:cNvPr>
          <p:cNvCxnSpPr>
            <a:cxnSpLocks/>
            <a:stCxn id="95" idx="3"/>
          </p:cNvCxnSpPr>
          <p:nvPr/>
        </p:nvCxnSpPr>
        <p:spPr>
          <a:xfrm flipH="1">
            <a:off x="354563" y="2243822"/>
            <a:ext cx="10542617" cy="555362"/>
          </a:xfrm>
          <a:prstGeom prst="bentConnector3">
            <a:avLst>
              <a:gd name="adj1" fmla="val -216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線單箭頭接點 109">
            <a:extLst>
              <a:ext uri="{FF2B5EF4-FFF2-40B4-BE49-F238E27FC236}">
                <a16:creationId xmlns:a16="http://schemas.microsoft.com/office/drawing/2014/main" id="{98941003-31F9-6243-AD4B-41D2E9244DC4}"/>
              </a:ext>
            </a:extLst>
          </p:cNvPr>
          <p:cNvCxnSpPr/>
          <p:nvPr/>
        </p:nvCxnSpPr>
        <p:spPr>
          <a:xfrm>
            <a:off x="345233" y="2797123"/>
            <a:ext cx="0" cy="316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接點: 肘形 111">
            <a:extLst>
              <a:ext uri="{FF2B5EF4-FFF2-40B4-BE49-F238E27FC236}">
                <a16:creationId xmlns:a16="http://schemas.microsoft.com/office/drawing/2014/main" id="{CE69E693-DD66-A4E1-7FC6-A553D8078C18}"/>
              </a:ext>
            </a:extLst>
          </p:cNvPr>
          <p:cNvCxnSpPr>
            <a:endCxn id="80" idx="1"/>
          </p:cNvCxnSpPr>
          <p:nvPr/>
        </p:nvCxnSpPr>
        <p:spPr>
          <a:xfrm rot="16200000" flipH="1">
            <a:off x="194556" y="2959190"/>
            <a:ext cx="524993" cy="20497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接點: 肘形 113">
            <a:extLst>
              <a:ext uri="{FF2B5EF4-FFF2-40B4-BE49-F238E27FC236}">
                <a16:creationId xmlns:a16="http://schemas.microsoft.com/office/drawing/2014/main" id="{66397FD7-6350-9DA4-FBAB-9FC7F7FB415E}"/>
              </a:ext>
            </a:extLst>
          </p:cNvPr>
          <p:cNvCxnSpPr>
            <a:endCxn id="81" idx="1"/>
          </p:cNvCxnSpPr>
          <p:nvPr/>
        </p:nvCxnSpPr>
        <p:spPr>
          <a:xfrm rot="16200000" flipH="1">
            <a:off x="-292851" y="3427938"/>
            <a:ext cx="1481147" cy="22363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矩形: 圓角 118">
            <a:extLst>
              <a:ext uri="{FF2B5EF4-FFF2-40B4-BE49-F238E27FC236}">
                <a16:creationId xmlns:a16="http://schemas.microsoft.com/office/drawing/2014/main" id="{44FEBA34-6E31-A4E5-702D-5757AD625B82}"/>
              </a:ext>
            </a:extLst>
          </p:cNvPr>
          <p:cNvSpPr/>
          <p:nvPr/>
        </p:nvSpPr>
        <p:spPr>
          <a:xfrm>
            <a:off x="536706" y="4780503"/>
            <a:ext cx="1373543" cy="584914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/>
              <a:t>Project 2</a:t>
            </a:r>
          </a:p>
        </p:txBody>
      </p:sp>
      <p:sp>
        <p:nvSpPr>
          <p:cNvPr id="120" name="矩形: 圓角 119">
            <a:extLst>
              <a:ext uri="{FF2B5EF4-FFF2-40B4-BE49-F238E27FC236}">
                <a16:creationId xmlns:a16="http://schemas.microsoft.com/office/drawing/2014/main" id="{FA291EB4-3CC3-04CE-FD84-EECAA0584F45}"/>
              </a:ext>
            </a:extLst>
          </p:cNvPr>
          <p:cNvSpPr/>
          <p:nvPr/>
        </p:nvSpPr>
        <p:spPr>
          <a:xfrm>
            <a:off x="2260633" y="4780503"/>
            <a:ext cx="1373543" cy="584914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/>
              <a:t>Kimberly.bmp</a:t>
            </a:r>
          </a:p>
        </p:txBody>
      </p:sp>
      <p:sp>
        <p:nvSpPr>
          <p:cNvPr id="121" name="矩形: 圓角 120">
            <a:extLst>
              <a:ext uri="{FF2B5EF4-FFF2-40B4-BE49-F238E27FC236}">
                <a16:creationId xmlns:a16="http://schemas.microsoft.com/office/drawing/2014/main" id="{B5DA1A64-82C9-E43F-C5C0-B52D350B82D4}"/>
              </a:ext>
            </a:extLst>
          </p:cNvPr>
          <p:cNvSpPr/>
          <p:nvPr/>
        </p:nvSpPr>
        <p:spPr>
          <a:xfrm>
            <a:off x="4076652" y="4780503"/>
            <a:ext cx="1373543" cy="584914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 err="1"/>
              <a:t>Encoder.c</a:t>
            </a:r>
            <a:endParaRPr lang="en-US" altLang="zh-TW" sz="1400" dirty="0"/>
          </a:p>
        </p:txBody>
      </p:sp>
      <p:cxnSp>
        <p:nvCxnSpPr>
          <p:cNvPr id="122" name="直線單箭頭接點 121">
            <a:extLst>
              <a:ext uri="{FF2B5EF4-FFF2-40B4-BE49-F238E27FC236}">
                <a16:creationId xmlns:a16="http://schemas.microsoft.com/office/drawing/2014/main" id="{27BB29CC-3DB7-424D-DC9D-C751ADF663CE}"/>
              </a:ext>
            </a:extLst>
          </p:cNvPr>
          <p:cNvCxnSpPr>
            <a:stCxn id="119" idx="3"/>
            <a:endCxn id="120" idx="1"/>
          </p:cNvCxnSpPr>
          <p:nvPr/>
        </p:nvCxnSpPr>
        <p:spPr>
          <a:xfrm>
            <a:off x="1910249" y="5072960"/>
            <a:ext cx="35038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cxnSp>
        <p:nvCxnSpPr>
          <p:cNvPr id="123" name="直線單箭頭接點 122">
            <a:extLst>
              <a:ext uri="{FF2B5EF4-FFF2-40B4-BE49-F238E27FC236}">
                <a16:creationId xmlns:a16="http://schemas.microsoft.com/office/drawing/2014/main" id="{024934C8-5958-81AE-E01C-E945C8627A26}"/>
              </a:ext>
            </a:extLst>
          </p:cNvPr>
          <p:cNvCxnSpPr>
            <a:stCxn id="120" idx="3"/>
            <a:endCxn id="121" idx="1"/>
          </p:cNvCxnSpPr>
          <p:nvPr/>
        </p:nvCxnSpPr>
        <p:spPr>
          <a:xfrm>
            <a:off x="3634176" y="5072960"/>
            <a:ext cx="44247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sp>
        <p:nvSpPr>
          <p:cNvPr id="124" name="矩形: 圓角 123">
            <a:extLst>
              <a:ext uri="{FF2B5EF4-FFF2-40B4-BE49-F238E27FC236}">
                <a16:creationId xmlns:a16="http://schemas.microsoft.com/office/drawing/2014/main" id="{51073C59-B751-5F8D-D732-96B0AA297102}"/>
              </a:ext>
            </a:extLst>
          </p:cNvPr>
          <p:cNvSpPr/>
          <p:nvPr/>
        </p:nvSpPr>
        <p:spPr>
          <a:xfrm>
            <a:off x="5891600" y="4780503"/>
            <a:ext cx="1373543" cy="584914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/>
              <a:t>RGB 2 </a:t>
            </a:r>
            <a:r>
              <a:rPr lang="en-US" altLang="zh-TW" sz="1400" dirty="0" err="1"/>
              <a:t>YCbCr</a:t>
            </a:r>
            <a:endParaRPr lang="en-US" altLang="zh-TW" sz="1400" dirty="0"/>
          </a:p>
        </p:txBody>
      </p:sp>
      <p:sp>
        <p:nvSpPr>
          <p:cNvPr id="125" name="矩形: 圓角 124">
            <a:extLst>
              <a:ext uri="{FF2B5EF4-FFF2-40B4-BE49-F238E27FC236}">
                <a16:creationId xmlns:a16="http://schemas.microsoft.com/office/drawing/2014/main" id="{CBA6167C-EDC3-8C47-7FDE-79A30AAE94CF}"/>
              </a:ext>
            </a:extLst>
          </p:cNvPr>
          <p:cNvSpPr/>
          <p:nvPr/>
        </p:nvSpPr>
        <p:spPr>
          <a:xfrm>
            <a:off x="7708689" y="4789972"/>
            <a:ext cx="1373543" cy="584914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/>
              <a:t>2D-DCT</a:t>
            </a:r>
          </a:p>
        </p:txBody>
      </p:sp>
      <p:sp>
        <p:nvSpPr>
          <p:cNvPr id="126" name="矩形: 圓角 125">
            <a:extLst>
              <a:ext uri="{FF2B5EF4-FFF2-40B4-BE49-F238E27FC236}">
                <a16:creationId xmlns:a16="http://schemas.microsoft.com/office/drawing/2014/main" id="{53824749-39D6-E3AC-B00C-2EB8FEAF7798}"/>
              </a:ext>
            </a:extLst>
          </p:cNvPr>
          <p:cNvSpPr/>
          <p:nvPr/>
        </p:nvSpPr>
        <p:spPr>
          <a:xfrm>
            <a:off x="9523637" y="4789972"/>
            <a:ext cx="1373543" cy="584914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/>
              <a:t>Quantization</a:t>
            </a:r>
          </a:p>
        </p:txBody>
      </p:sp>
      <p:cxnSp>
        <p:nvCxnSpPr>
          <p:cNvPr id="127" name="直線單箭頭接點 126">
            <a:extLst>
              <a:ext uri="{FF2B5EF4-FFF2-40B4-BE49-F238E27FC236}">
                <a16:creationId xmlns:a16="http://schemas.microsoft.com/office/drawing/2014/main" id="{712E1232-8A9F-3779-2198-AE63B7110C52}"/>
              </a:ext>
            </a:extLst>
          </p:cNvPr>
          <p:cNvCxnSpPr>
            <a:stCxn id="121" idx="3"/>
            <a:endCxn id="124" idx="1"/>
          </p:cNvCxnSpPr>
          <p:nvPr/>
        </p:nvCxnSpPr>
        <p:spPr>
          <a:xfrm>
            <a:off x="5450195" y="5072960"/>
            <a:ext cx="44140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cxnSp>
        <p:nvCxnSpPr>
          <p:cNvPr id="128" name="直線單箭頭接點 127">
            <a:extLst>
              <a:ext uri="{FF2B5EF4-FFF2-40B4-BE49-F238E27FC236}">
                <a16:creationId xmlns:a16="http://schemas.microsoft.com/office/drawing/2014/main" id="{62C3CB09-07FF-0C52-E02B-2EF020AF5695}"/>
              </a:ext>
            </a:extLst>
          </p:cNvPr>
          <p:cNvCxnSpPr>
            <a:stCxn id="124" idx="3"/>
            <a:endCxn id="125" idx="1"/>
          </p:cNvCxnSpPr>
          <p:nvPr/>
        </p:nvCxnSpPr>
        <p:spPr>
          <a:xfrm>
            <a:off x="7265143" y="5072960"/>
            <a:ext cx="443546" cy="94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cxnSp>
        <p:nvCxnSpPr>
          <p:cNvPr id="129" name="直線單箭頭接點 128">
            <a:extLst>
              <a:ext uri="{FF2B5EF4-FFF2-40B4-BE49-F238E27FC236}">
                <a16:creationId xmlns:a16="http://schemas.microsoft.com/office/drawing/2014/main" id="{E856FC54-4410-BDE0-F858-E27664D40E84}"/>
              </a:ext>
            </a:extLst>
          </p:cNvPr>
          <p:cNvCxnSpPr>
            <a:stCxn id="125" idx="3"/>
            <a:endCxn id="126" idx="1"/>
          </p:cNvCxnSpPr>
          <p:nvPr/>
        </p:nvCxnSpPr>
        <p:spPr>
          <a:xfrm>
            <a:off x="9082232" y="5082429"/>
            <a:ext cx="44140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cxnSp>
        <p:nvCxnSpPr>
          <p:cNvPr id="130" name="直線接點 129">
            <a:extLst>
              <a:ext uri="{FF2B5EF4-FFF2-40B4-BE49-F238E27FC236}">
                <a16:creationId xmlns:a16="http://schemas.microsoft.com/office/drawing/2014/main" id="{617B78DB-0B90-D757-05E6-13BAF3D3FD74}"/>
              </a:ext>
            </a:extLst>
          </p:cNvPr>
          <p:cNvCxnSpPr>
            <a:stCxn id="126" idx="3"/>
            <a:endCxn id="126" idx="3"/>
          </p:cNvCxnSpPr>
          <p:nvPr/>
        </p:nvCxnSpPr>
        <p:spPr>
          <a:xfrm>
            <a:off x="10897180" y="5082429"/>
            <a:ext cx="0" cy="0"/>
          </a:xfrm>
          <a:prstGeom prst="lin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sp>
        <p:nvSpPr>
          <p:cNvPr id="132" name="矩形: 圓角 131">
            <a:extLst>
              <a:ext uri="{FF2B5EF4-FFF2-40B4-BE49-F238E27FC236}">
                <a16:creationId xmlns:a16="http://schemas.microsoft.com/office/drawing/2014/main" id="{23A471FF-3EEB-4196-D71D-F19B1CE42FC5}"/>
              </a:ext>
            </a:extLst>
          </p:cNvPr>
          <p:cNvSpPr/>
          <p:nvPr/>
        </p:nvSpPr>
        <p:spPr>
          <a:xfrm>
            <a:off x="536704" y="5657874"/>
            <a:ext cx="1373543" cy="584914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/>
              <a:t>DPCM</a:t>
            </a:r>
          </a:p>
        </p:txBody>
      </p:sp>
      <p:sp>
        <p:nvSpPr>
          <p:cNvPr id="133" name="矩形: 圓角 132">
            <a:extLst>
              <a:ext uri="{FF2B5EF4-FFF2-40B4-BE49-F238E27FC236}">
                <a16:creationId xmlns:a16="http://schemas.microsoft.com/office/drawing/2014/main" id="{1B20A218-7986-0A20-64BF-E127838C3274}"/>
              </a:ext>
            </a:extLst>
          </p:cNvPr>
          <p:cNvSpPr/>
          <p:nvPr/>
        </p:nvSpPr>
        <p:spPr>
          <a:xfrm>
            <a:off x="2260633" y="5654835"/>
            <a:ext cx="1373543" cy="584914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 err="1"/>
              <a:t>ZigZag</a:t>
            </a:r>
            <a:endParaRPr lang="en-US" altLang="zh-TW" sz="1400" dirty="0"/>
          </a:p>
        </p:txBody>
      </p:sp>
      <p:sp>
        <p:nvSpPr>
          <p:cNvPr id="134" name="矩形: 圓角 133">
            <a:extLst>
              <a:ext uri="{FF2B5EF4-FFF2-40B4-BE49-F238E27FC236}">
                <a16:creationId xmlns:a16="http://schemas.microsoft.com/office/drawing/2014/main" id="{D8EF45C1-7BA5-4917-5380-AA4A7CB88574}"/>
              </a:ext>
            </a:extLst>
          </p:cNvPr>
          <p:cNvSpPr/>
          <p:nvPr/>
        </p:nvSpPr>
        <p:spPr>
          <a:xfrm>
            <a:off x="4076651" y="5645526"/>
            <a:ext cx="1373543" cy="584914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/>
              <a:t>RLE</a:t>
            </a:r>
          </a:p>
        </p:txBody>
      </p:sp>
      <p:cxnSp>
        <p:nvCxnSpPr>
          <p:cNvPr id="136" name="直線接點 135">
            <a:extLst>
              <a:ext uri="{FF2B5EF4-FFF2-40B4-BE49-F238E27FC236}">
                <a16:creationId xmlns:a16="http://schemas.microsoft.com/office/drawing/2014/main" id="{635D6F20-30E1-86C3-F937-A72208E48F2E}"/>
              </a:ext>
            </a:extLst>
          </p:cNvPr>
          <p:cNvCxnSpPr>
            <a:stCxn id="126" idx="3"/>
            <a:endCxn id="126" idx="3"/>
          </p:cNvCxnSpPr>
          <p:nvPr/>
        </p:nvCxnSpPr>
        <p:spPr>
          <a:xfrm>
            <a:off x="10897180" y="5082429"/>
            <a:ext cx="0" cy="0"/>
          </a:xfrm>
          <a:prstGeom prst="lin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cxnSp>
        <p:nvCxnSpPr>
          <p:cNvPr id="138" name="接點: 肘形 137">
            <a:extLst>
              <a:ext uri="{FF2B5EF4-FFF2-40B4-BE49-F238E27FC236}">
                <a16:creationId xmlns:a16="http://schemas.microsoft.com/office/drawing/2014/main" id="{95420787-725E-7DC2-00CA-A990F38B684C}"/>
              </a:ext>
            </a:extLst>
          </p:cNvPr>
          <p:cNvCxnSpPr>
            <a:stCxn id="126" idx="3"/>
          </p:cNvCxnSpPr>
          <p:nvPr/>
        </p:nvCxnSpPr>
        <p:spPr>
          <a:xfrm flipH="1">
            <a:off x="447722" y="5082429"/>
            <a:ext cx="10449458" cy="403971"/>
          </a:xfrm>
          <a:prstGeom prst="bentConnector3">
            <a:avLst>
              <a:gd name="adj1" fmla="val -2188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cxnSp>
        <p:nvCxnSpPr>
          <p:cNvPr id="140" name="接點: 肘形 139">
            <a:extLst>
              <a:ext uri="{FF2B5EF4-FFF2-40B4-BE49-F238E27FC236}">
                <a16:creationId xmlns:a16="http://schemas.microsoft.com/office/drawing/2014/main" id="{DC038E38-6C67-86CE-8761-644CC151E45F}"/>
              </a:ext>
            </a:extLst>
          </p:cNvPr>
          <p:cNvCxnSpPr>
            <a:endCxn id="132" idx="1"/>
          </p:cNvCxnSpPr>
          <p:nvPr/>
        </p:nvCxnSpPr>
        <p:spPr>
          <a:xfrm rot="16200000" flipH="1">
            <a:off x="274124" y="5687750"/>
            <a:ext cx="436179" cy="8898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cxnSp>
        <p:nvCxnSpPr>
          <p:cNvPr id="142" name="直線單箭頭接點 141">
            <a:extLst>
              <a:ext uri="{FF2B5EF4-FFF2-40B4-BE49-F238E27FC236}">
                <a16:creationId xmlns:a16="http://schemas.microsoft.com/office/drawing/2014/main" id="{EE1CEFE5-314A-5503-9E7B-9B0216704F1A}"/>
              </a:ext>
            </a:extLst>
          </p:cNvPr>
          <p:cNvCxnSpPr>
            <a:stCxn id="132" idx="3"/>
            <a:endCxn id="133" idx="1"/>
          </p:cNvCxnSpPr>
          <p:nvPr/>
        </p:nvCxnSpPr>
        <p:spPr>
          <a:xfrm flipV="1">
            <a:off x="1910247" y="5947292"/>
            <a:ext cx="350386" cy="30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cxnSp>
        <p:nvCxnSpPr>
          <p:cNvPr id="144" name="直線單箭頭接點 143">
            <a:extLst>
              <a:ext uri="{FF2B5EF4-FFF2-40B4-BE49-F238E27FC236}">
                <a16:creationId xmlns:a16="http://schemas.microsoft.com/office/drawing/2014/main" id="{A7C16333-C3E6-8559-766B-0500C9B6A88A}"/>
              </a:ext>
            </a:extLst>
          </p:cNvPr>
          <p:cNvCxnSpPr>
            <a:stCxn id="133" idx="3"/>
            <a:endCxn id="134" idx="1"/>
          </p:cNvCxnSpPr>
          <p:nvPr/>
        </p:nvCxnSpPr>
        <p:spPr>
          <a:xfrm flipV="1">
            <a:off x="3634176" y="5937983"/>
            <a:ext cx="442475" cy="93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cxnSp>
        <p:nvCxnSpPr>
          <p:cNvPr id="146" name="直線單箭頭接點 145">
            <a:extLst>
              <a:ext uri="{FF2B5EF4-FFF2-40B4-BE49-F238E27FC236}">
                <a16:creationId xmlns:a16="http://schemas.microsoft.com/office/drawing/2014/main" id="{CC38DB59-92A6-3B38-5804-A73FF3BBBA09}"/>
              </a:ext>
            </a:extLst>
          </p:cNvPr>
          <p:cNvCxnSpPr/>
          <p:nvPr/>
        </p:nvCxnSpPr>
        <p:spPr>
          <a:xfrm flipV="1">
            <a:off x="5449125" y="5951490"/>
            <a:ext cx="442475" cy="93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sp>
        <p:nvSpPr>
          <p:cNvPr id="147" name="矩形: 圓角 146">
            <a:extLst>
              <a:ext uri="{FF2B5EF4-FFF2-40B4-BE49-F238E27FC236}">
                <a16:creationId xmlns:a16="http://schemas.microsoft.com/office/drawing/2014/main" id="{5AB1DF3E-BEA8-E85D-B195-829BA233F990}"/>
              </a:ext>
            </a:extLst>
          </p:cNvPr>
          <p:cNvSpPr/>
          <p:nvPr/>
        </p:nvSpPr>
        <p:spPr>
          <a:xfrm>
            <a:off x="5890531" y="5645526"/>
            <a:ext cx="1818158" cy="584914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/>
              <a:t>QResKimberly.bmp</a:t>
            </a:r>
          </a:p>
        </p:txBody>
      </p:sp>
    </p:spTree>
    <p:extLst>
      <p:ext uri="{BB962C8B-B14F-4D97-AF65-F5344CB8AC3E}">
        <p14:creationId xmlns:p14="http://schemas.microsoft.com/office/powerpoint/2010/main" val="5718713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2DD8038-9475-709B-4F1A-A5CFCCB9D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1701" y="0"/>
            <a:ext cx="9875520" cy="1356360"/>
          </a:xfrm>
        </p:spPr>
        <p:txBody>
          <a:bodyPr/>
          <a:lstStyle/>
          <a:p>
            <a:pPr algn="ctr"/>
            <a:r>
              <a:rPr lang="zh-TW" altLang="en-US" dirty="0">
                <a:solidFill>
                  <a:schemeClr val="tx1"/>
                </a:solidFill>
              </a:rPr>
              <a:t>甘特圖</a:t>
            </a:r>
          </a:p>
        </p:txBody>
      </p:sp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id="{C0B77B3F-3D66-731A-053B-85342421DB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25329863"/>
              </p:ext>
            </p:extLst>
          </p:nvPr>
        </p:nvGraphicFramePr>
        <p:xfrm>
          <a:off x="520960" y="1026368"/>
          <a:ext cx="11150080" cy="5538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3760">
                  <a:extLst>
                    <a:ext uri="{9D8B030D-6E8A-4147-A177-3AD203B41FA5}">
                      <a16:colId xmlns:a16="http://schemas.microsoft.com/office/drawing/2014/main" val="1629204434"/>
                    </a:ext>
                  </a:extLst>
                </a:gridCol>
                <a:gridCol w="1393760">
                  <a:extLst>
                    <a:ext uri="{9D8B030D-6E8A-4147-A177-3AD203B41FA5}">
                      <a16:colId xmlns:a16="http://schemas.microsoft.com/office/drawing/2014/main" val="618655324"/>
                    </a:ext>
                  </a:extLst>
                </a:gridCol>
                <a:gridCol w="1393760">
                  <a:extLst>
                    <a:ext uri="{9D8B030D-6E8A-4147-A177-3AD203B41FA5}">
                      <a16:colId xmlns:a16="http://schemas.microsoft.com/office/drawing/2014/main" val="4230139487"/>
                    </a:ext>
                  </a:extLst>
                </a:gridCol>
                <a:gridCol w="1393760">
                  <a:extLst>
                    <a:ext uri="{9D8B030D-6E8A-4147-A177-3AD203B41FA5}">
                      <a16:colId xmlns:a16="http://schemas.microsoft.com/office/drawing/2014/main" val="1594167446"/>
                    </a:ext>
                  </a:extLst>
                </a:gridCol>
                <a:gridCol w="1393760">
                  <a:extLst>
                    <a:ext uri="{9D8B030D-6E8A-4147-A177-3AD203B41FA5}">
                      <a16:colId xmlns:a16="http://schemas.microsoft.com/office/drawing/2014/main" val="3531506977"/>
                    </a:ext>
                  </a:extLst>
                </a:gridCol>
                <a:gridCol w="1393760">
                  <a:extLst>
                    <a:ext uri="{9D8B030D-6E8A-4147-A177-3AD203B41FA5}">
                      <a16:colId xmlns:a16="http://schemas.microsoft.com/office/drawing/2014/main" val="4236332873"/>
                    </a:ext>
                  </a:extLst>
                </a:gridCol>
                <a:gridCol w="1393760">
                  <a:extLst>
                    <a:ext uri="{9D8B030D-6E8A-4147-A177-3AD203B41FA5}">
                      <a16:colId xmlns:a16="http://schemas.microsoft.com/office/drawing/2014/main" val="434149641"/>
                    </a:ext>
                  </a:extLst>
                </a:gridCol>
                <a:gridCol w="1393760">
                  <a:extLst>
                    <a:ext uri="{9D8B030D-6E8A-4147-A177-3AD203B41FA5}">
                      <a16:colId xmlns:a16="http://schemas.microsoft.com/office/drawing/2014/main" val="494375949"/>
                    </a:ext>
                  </a:extLst>
                </a:gridCol>
              </a:tblGrid>
              <a:tr h="725156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1/1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1/2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1/3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1/4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1/5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1/6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1/7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0577766"/>
                  </a:ext>
                </a:extLst>
              </a:tr>
              <a:tr h="972388">
                <a:tc>
                  <a:txBody>
                    <a:bodyPr/>
                    <a:lstStyle/>
                    <a:p>
                      <a:r>
                        <a:rPr lang="en-US" altLang="zh-TW" dirty="0"/>
                        <a:t>project 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還原出的圖檔有小瑕疵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找出問題成功還原</a:t>
                      </a:r>
                      <a:r>
                        <a:rPr lang="en-US" altLang="zh-TW" dirty="0"/>
                        <a:t>bmp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8210768"/>
                  </a:ext>
                </a:extLst>
              </a:tr>
              <a:tr h="972388">
                <a:tc>
                  <a:txBody>
                    <a:bodyPr/>
                    <a:lstStyle/>
                    <a:p>
                      <a:r>
                        <a:rPr lang="en-US" altLang="zh-TW" dirty="0"/>
                        <a:t>Project 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寫</a:t>
                      </a:r>
                      <a:r>
                        <a:rPr lang="en-US" altLang="zh-TW" dirty="0"/>
                        <a:t>RGB</a:t>
                      </a:r>
                      <a:r>
                        <a:rPr lang="zh-TW" altLang="en-US" dirty="0"/>
                        <a:t>轉</a:t>
                      </a:r>
                      <a:r>
                        <a:rPr lang="en-US" altLang="zh-TW" dirty="0" err="1"/>
                        <a:t>YCbCr</a:t>
                      </a:r>
                      <a:r>
                        <a:rPr lang="en-US" altLang="zh-TW" dirty="0"/>
                        <a:t>, </a:t>
                      </a:r>
                      <a:r>
                        <a:rPr lang="en-US" altLang="zh-TW" dirty="0" err="1"/>
                        <a:t>DCT,quantization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/>
                        <a:t>整合整個</a:t>
                      </a:r>
                      <a:r>
                        <a:rPr lang="en-US" altLang="zh-TW" dirty="0"/>
                        <a:t>encoder</a:t>
                      </a:r>
                      <a:r>
                        <a:rPr lang="zh-TW" altLang="en-US" dirty="0"/>
                        <a:t>，寫</a:t>
                      </a:r>
                      <a:r>
                        <a:rPr lang="en-US" altLang="zh-TW" dirty="0"/>
                        <a:t>decoder</a:t>
                      </a:r>
                      <a:r>
                        <a:rPr lang="zh-TW" altLang="en-US" dirty="0"/>
                        <a:t>的</a:t>
                      </a:r>
                      <a:r>
                        <a:rPr lang="en-US" altLang="zh-TW" dirty="0" err="1"/>
                        <a:t>YCbCr</a:t>
                      </a:r>
                      <a:r>
                        <a:rPr lang="zh-TW" altLang="en-US" dirty="0"/>
                        <a:t>轉</a:t>
                      </a:r>
                      <a:r>
                        <a:rPr lang="en-US" altLang="zh-TW" dirty="0"/>
                        <a:t>RGB</a:t>
                      </a:r>
                      <a:endParaRPr lang="zh-TW" altLang="en-US" dirty="0"/>
                    </a:p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/>
                        <a:t>寫</a:t>
                      </a:r>
                      <a:r>
                        <a:rPr lang="en-US" altLang="zh-TW" dirty="0"/>
                        <a:t>decoder</a:t>
                      </a:r>
                      <a:r>
                        <a:rPr lang="zh-TW" altLang="en-US" dirty="0"/>
                        <a:t>的逆</a:t>
                      </a:r>
                      <a:r>
                        <a:rPr lang="en-US" altLang="zh-TW" dirty="0"/>
                        <a:t>DCT</a:t>
                      </a:r>
                      <a:r>
                        <a:rPr lang="zh-TW" altLang="en-US" dirty="0"/>
                        <a:t>跟逆</a:t>
                      </a:r>
                      <a:r>
                        <a:rPr lang="en-US" altLang="zh-TW" dirty="0"/>
                        <a:t>quantization</a:t>
                      </a:r>
                      <a:endParaRPr lang="zh-TW" altLang="en-US" dirty="0"/>
                    </a:p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/>
                        <a:t>整合</a:t>
                      </a:r>
                      <a:r>
                        <a:rPr lang="en-US" altLang="zh-TW" dirty="0"/>
                        <a:t>project1</a:t>
                      </a:r>
                      <a:r>
                        <a:rPr lang="zh-TW" altLang="en-US" dirty="0"/>
                        <a:t>的</a:t>
                      </a:r>
                      <a:r>
                        <a:rPr lang="en-US" altLang="zh-TW" dirty="0"/>
                        <a:t>encoder</a:t>
                      </a:r>
                      <a:r>
                        <a:rPr lang="zh-TW" altLang="en-US" dirty="0"/>
                        <a:t>跟</a:t>
                      </a:r>
                      <a:r>
                        <a:rPr lang="en-US" altLang="zh-TW" dirty="0"/>
                        <a:t>decoder</a:t>
                      </a:r>
                      <a:endParaRPr lang="zh-TW" altLang="en-US" dirty="0"/>
                    </a:p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2599025"/>
                  </a:ext>
                </a:extLst>
              </a:tr>
              <a:tr h="725156">
                <a:tc>
                  <a:txBody>
                    <a:bodyPr/>
                    <a:lstStyle/>
                    <a:p>
                      <a:r>
                        <a:rPr lang="en-US" altLang="zh-TW" dirty="0"/>
                        <a:t>Project 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/>
                        <a:t>寫</a:t>
                      </a:r>
                      <a:r>
                        <a:rPr lang="en-US" altLang="zh-TW" dirty="0"/>
                        <a:t>encoder</a:t>
                      </a:r>
                      <a:r>
                        <a:rPr lang="zh-TW" altLang="en-US" dirty="0"/>
                        <a:t>的</a:t>
                      </a:r>
                      <a:r>
                        <a:rPr lang="en-US" altLang="zh-TW" dirty="0" err="1"/>
                        <a:t>DPCM,ZigZag,RLE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寫</a:t>
                      </a:r>
                      <a:r>
                        <a:rPr lang="en-US" altLang="zh-TW" dirty="0"/>
                        <a:t>decoder</a:t>
                      </a:r>
                      <a:r>
                        <a:rPr lang="zh-TW" altLang="en-US" dirty="0"/>
                        <a:t>的逆</a:t>
                      </a:r>
                      <a:r>
                        <a:rPr lang="en-US" altLang="zh-TW" dirty="0"/>
                        <a:t>DPCM,</a:t>
                      </a:r>
                      <a:r>
                        <a:rPr lang="zh-TW" altLang="en-US" dirty="0"/>
                        <a:t>逆</a:t>
                      </a:r>
                      <a:r>
                        <a:rPr lang="en-US" altLang="zh-TW" dirty="0" err="1"/>
                        <a:t>ZigZag</a:t>
                      </a:r>
                      <a:r>
                        <a:rPr lang="en-US" altLang="zh-TW" dirty="0"/>
                        <a:t>,</a:t>
                      </a:r>
                      <a:r>
                        <a:rPr lang="zh-TW" altLang="en-US" dirty="0"/>
                        <a:t>逆</a:t>
                      </a:r>
                      <a:r>
                        <a:rPr lang="en-US" altLang="zh-TW" dirty="0"/>
                        <a:t>RLE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/>
                        <a:t>整合</a:t>
                      </a:r>
                      <a:r>
                        <a:rPr lang="en-US" altLang="zh-TW" dirty="0"/>
                        <a:t>project2</a:t>
                      </a:r>
                      <a:r>
                        <a:rPr lang="zh-TW" altLang="en-US" dirty="0"/>
                        <a:t>的</a:t>
                      </a:r>
                      <a:r>
                        <a:rPr lang="en-US" altLang="zh-TW" dirty="0"/>
                        <a:t>encoder</a:t>
                      </a:r>
                      <a:r>
                        <a:rPr lang="zh-TW" altLang="en-US" dirty="0"/>
                        <a:t>跟</a:t>
                      </a:r>
                      <a:r>
                        <a:rPr lang="en-US" altLang="zh-TW" dirty="0"/>
                        <a:t>decoder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2845589"/>
                  </a:ext>
                </a:extLst>
              </a:tr>
              <a:tr h="725156">
                <a:tc>
                  <a:txBody>
                    <a:bodyPr/>
                    <a:lstStyle/>
                    <a:p>
                      <a:r>
                        <a:rPr lang="en-US" altLang="zh-TW" dirty="0"/>
                        <a:t>README&amp;PPT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完成</a:t>
                      </a:r>
                      <a:r>
                        <a:rPr lang="en-US" altLang="zh-TW" dirty="0"/>
                        <a:t>README&amp;PPT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01664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10834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93CFCDB-8A56-B11E-F658-FE1A3E043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dirty="0">
                <a:solidFill>
                  <a:schemeClr val="tx1"/>
                </a:solidFill>
              </a:rPr>
              <a:t>心得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AAC8AC0-1110-50F2-94F0-D40E90C30B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solidFill>
                  <a:schemeClr val="tx1"/>
                </a:solidFill>
              </a:rPr>
              <a:t>經過這學期的課程，我學到了從一開始的資料處理，到之後的</a:t>
            </a:r>
            <a:r>
              <a:rPr lang="en-US" altLang="zh-TW" dirty="0">
                <a:solidFill>
                  <a:schemeClr val="tx1"/>
                </a:solidFill>
              </a:rPr>
              <a:t>wav</a:t>
            </a:r>
            <a:r>
              <a:rPr lang="zh-TW" altLang="en-US" dirty="0">
                <a:solidFill>
                  <a:schemeClr val="tx1"/>
                </a:solidFill>
              </a:rPr>
              <a:t>檔案合併、寫入等功能，到做出濾波器對聲音做頻率的處理，到最後的</a:t>
            </a:r>
            <a:r>
              <a:rPr lang="en-US" altLang="zh-TW" dirty="0">
                <a:solidFill>
                  <a:schemeClr val="tx1"/>
                </a:solidFill>
              </a:rPr>
              <a:t>jpeg</a:t>
            </a:r>
            <a:r>
              <a:rPr lang="zh-TW" altLang="en-US" dirty="0">
                <a:solidFill>
                  <a:schemeClr val="tx1"/>
                </a:solidFill>
              </a:rPr>
              <a:t>壓縮處理，這堂課大量使用程式完成一些看起來很困難的事情，在課程中也遇到了許多困難，如不知道該如何寫程式就一直上網查資料到寫出來為止，也跟編譯器培養了深厚的感情，雖然不一定有完全做出來每一份作業，但是我肯定對程式有更深一層的認識了。</a:t>
            </a:r>
          </a:p>
        </p:txBody>
      </p:sp>
    </p:spTree>
    <p:extLst>
      <p:ext uri="{BB962C8B-B14F-4D97-AF65-F5344CB8AC3E}">
        <p14:creationId xmlns:p14="http://schemas.microsoft.com/office/powerpoint/2010/main" val="24222529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D4F505A-E8AC-5302-6ACE-F66236D10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dirty="0">
                <a:solidFill>
                  <a:schemeClr val="tx1"/>
                </a:solidFill>
              </a:rPr>
              <a:t>參考文獻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F3DC520-21DD-4976-FEBE-4571AB0E2A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1.JPEG</a:t>
            </a:r>
            <a:r>
              <a:rPr lang="zh-TW" altLang="en-US" dirty="0"/>
              <a:t>壓縮步驟</a:t>
            </a:r>
            <a:r>
              <a:rPr lang="en-US" altLang="zh-TW" dirty="0"/>
              <a:t>:https://hackmd.io/@93i7xo2/jpeg-decoder-1</a:t>
            </a:r>
          </a:p>
          <a:p>
            <a:r>
              <a:rPr lang="en-US" altLang="zh-TW" dirty="0"/>
              <a:t>2.DCT</a:t>
            </a:r>
            <a:r>
              <a:rPr lang="zh-TW" altLang="en-US" dirty="0"/>
              <a:t>轉換說明</a:t>
            </a:r>
            <a:r>
              <a:rPr lang="en-US" altLang="zh-TW" dirty="0"/>
              <a:t>:https://www.geeksforgeeks.org/discrete-cosine-transform-algorithm-program/?ssp=1&amp;darkschemeovr=0&amp;setlang=zh-TW&amp;safesearch=moderate</a:t>
            </a:r>
          </a:p>
          <a:p>
            <a:r>
              <a:rPr lang="en-US" altLang="zh-TW" dirty="0"/>
              <a:t>3.quantization:https://en.wikipedia.org/wiki/Quantization_(</a:t>
            </a:r>
            <a:r>
              <a:rPr lang="en-US" altLang="zh-TW" dirty="0" err="1"/>
              <a:t>image_processing</a:t>
            </a:r>
            <a:r>
              <a:rPr lang="en-US" altLang="zh-TW" dirty="0"/>
              <a:t>)</a:t>
            </a:r>
          </a:p>
          <a:p>
            <a:r>
              <a:rPr lang="en-US" altLang="zh-TW" dirty="0"/>
              <a:t>4. Linux bmp</a:t>
            </a:r>
            <a:r>
              <a:rPr lang="zh-TW" altLang="en-US" dirty="0"/>
              <a:t>比較</a:t>
            </a:r>
            <a:r>
              <a:rPr lang="en-US" altLang="zh-TW" dirty="0"/>
              <a:t>:https://www.796t.com/content/1547457511.html</a:t>
            </a:r>
          </a:p>
          <a:p>
            <a:r>
              <a:rPr lang="en-US" altLang="zh-TW"/>
              <a:t>5.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32403753"/>
      </p:ext>
    </p:extLst>
  </p:cSld>
  <p:clrMapOvr>
    <a:masterClrMapping/>
  </p:clrMapOvr>
</p:sld>
</file>

<file path=ppt/theme/theme1.xml><?xml version="1.0" encoding="utf-8"?>
<a:theme xmlns:a="http://schemas.openxmlformats.org/drawingml/2006/main" name="基礎">
  <a:themeElements>
    <a:clrScheme name="基礎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基礎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基礎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TM03457444[[fn=基礎]]</Template>
  <TotalTime>70</TotalTime>
  <Words>394</Words>
  <Application>Microsoft Office PowerPoint</Application>
  <PresentationFormat>寬螢幕</PresentationFormat>
  <Paragraphs>62</Paragraphs>
  <Slides>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8" baseType="lpstr">
      <vt:lpstr>-apple-system</vt:lpstr>
      <vt:lpstr>Corbel</vt:lpstr>
      <vt:lpstr>基礎</vt:lpstr>
      <vt:lpstr>MMSP 土製 JPEG </vt:lpstr>
      <vt:lpstr>PowerPoint 簡報</vt:lpstr>
      <vt:lpstr>甘特圖</vt:lpstr>
      <vt:lpstr>心得</vt:lpstr>
      <vt:lpstr>參考文獻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MMSP 土製 JPEG </dc:title>
  <dc:creator>棋翔 章</dc:creator>
  <cp:lastModifiedBy>棋翔 章</cp:lastModifiedBy>
  <cp:revision>1</cp:revision>
  <dcterms:created xsi:type="dcterms:W3CDTF">2024-01-07T14:28:40Z</dcterms:created>
  <dcterms:modified xsi:type="dcterms:W3CDTF">2024-01-07T15:39:30Z</dcterms:modified>
</cp:coreProperties>
</file>